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95" r:id="rId7"/>
    <p:sldId id="258" r:id="rId8"/>
    <p:sldId id="296" r:id="rId9"/>
    <p:sldId id="298" r:id="rId10"/>
    <p:sldId id="261" r:id="rId11"/>
    <p:sldId id="262" r:id="rId12"/>
    <p:sldId id="263" r:id="rId13"/>
    <p:sldId id="264" r:id="rId14"/>
    <p:sldId id="305" r:id="rId15"/>
    <p:sldId id="265" r:id="rId16"/>
    <p:sldId id="294" r:id="rId17"/>
    <p:sldId id="266" r:id="rId18"/>
    <p:sldId id="300" r:id="rId19"/>
    <p:sldId id="267" r:id="rId20"/>
    <p:sldId id="289" r:id="rId21"/>
    <p:sldId id="268" r:id="rId22"/>
    <p:sldId id="287" r:id="rId23"/>
    <p:sldId id="269" r:id="rId24"/>
    <p:sldId id="281" r:id="rId25"/>
    <p:sldId id="282" r:id="rId26"/>
    <p:sldId id="283" r:id="rId27"/>
    <p:sldId id="301" r:id="rId28"/>
    <p:sldId id="302" r:id="rId29"/>
    <p:sldId id="303" r:id="rId30"/>
    <p:sldId id="304" r:id="rId31"/>
    <p:sldId id="270" r:id="rId32"/>
    <p:sldId id="284" r:id="rId33"/>
    <p:sldId id="288" r:id="rId34"/>
    <p:sldId id="271" r:id="rId35"/>
    <p:sldId id="272" r:id="rId36"/>
    <p:sldId id="273" r:id="rId37"/>
    <p:sldId id="274" r:id="rId38"/>
    <p:sldId id="276" r:id="rId39"/>
    <p:sldId id="290" r:id="rId40"/>
    <p:sldId id="293" r:id="rId41"/>
    <p:sldId id="277" r:id="rId42"/>
    <p:sldId id="291" r:id="rId43"/>
    <p:sldId id="279" r:id="rId44"/>
    <p:sldId id="286" r:id="rId45"/>
    <p:sldId id="278" r:id="rId46"/>
    <p:sldId id="285" r:id="rId47"/>
    <p:sldId id="280" r:id="rId48"/>
    <p:sldId id="292" r:id="rId49"/>
  </p:sldIdLst>
  <p:sldSz cx="9144000" cy="6858000" type="screen4x3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0A0EA44-0E1A-4089-9502-100DECAB8AE2}">
          <p14:sldIdLst>
            <p14:sldId id="256"/>
            <p14:sldId id="257"/>
            <p14:sldId id="295"/>
            <p14:sldId id="258"/>
            <p14:sldId id="296"/>
            <p14:sldId id="298"/>
            <p14:sldId id="261"/>
            <p14:sldId id="262"/>
            <p14:sldId id="263"/>
            <p14:sldId id="264"/>
            <p14:sldId id="305"/>
            <p14:sldId id="265"/>
            <p14:sldId id="294"/>
            <p14:sldId id="266"/>
            <p14:sldId id="300"/>
            <p14:sldId id="267"/>
            <p14:sldId id="289"/>
            <p14:sldId id="268"/>
            <p14:sldId id="287"/>
            <p14:sldId id="269"/>
            <p14:sldId id="281"/>
            <p14:sldId id="282"/>
            <p14:sldId id="283"/>
            <p14:sldId id="301"/>
            <p14:sldId id="302"/>
            <p14:sldId id="303"/>
            <p14:sldId id="304"/>
            <p14:sldId id="270"/>
            <p14:sldId id="284"/>
            <p14:sldId id="288"/>
            <p14:sldId id="271"/>
            <p14:sldId id="272"/>
            <p14:sldId id="273"/>
            <p14:sldId id="274"/>
            <p14:sldId id="276"/>
            <p14:sldId id="290"/>
            <p14:sldId id="293"/>
            <p14:sldId id="277"/>
            <p14:sldId id="291"/>
            <p14:sldId id="279"/>
            <p14:sldId id="286"/>
            <p14:sldId id="278"/>
            <p14:sldId id="285"/>
          </p14:sldIdLst>
        </p14:section>
        <p14:section name="Untitled Section" id="{BC47CE3F-B30D-40D7-B1AB-3D2DF7CFF29A}">
          <p14:sldIdLst>
            <p14:sldId id="280"/>
            <p14:sldId id="29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30ADBD-99D5-FDBE-8DB4-271DB3BF22A7}" v="2" dt="2026-04-03T14:07:52.953"/>
    <p1510:client id="{B18E6215-B01C-B908-57FE-8C157BB693DA}" v="1" dt="2026-04-02T12:06:41.0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presProps" Target="presProps.xml"/><Relationship Id="rId55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8" Type="http://schemas.openxmlformats.org/officeDocument/2006/relationships/slide" Target="slides/slide4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onache Vlad" userId="S::vlad.andronache@s.utm.ro::9782691b-a2a9-443b-bdab-a5b8ec16a131" providerId="AD" clId="Web-{B18E6215-B01C-B908-57FE-8C157BB693DA}"/>
    <pc:docChg chg="delSld modSection">
      <pc:chgData name="Andronache Vlad" userId="S::vlad.andronache@s.utm.ro::9782691b-a2a9-443b-bdab-a5b8ec16a131" providerId="AD" clId="Web-{B18E6215-B01C-B908-57FE-8C157BB693DA}" dt="2026-04-02T12:06:41.072" v="0"/>
      <pc:docMkLst>
        <pc:docMk/>
      </pc:docMkLst>
      <pc:sldChg chg="del">
        <pc:chgData name="Andronache Vlad" userId="S::vlad.andronache@s.utm.ro::9782691b-a2a9-443b-bdab-a5b8ec16a131" providerId="AD" clId="Web-{B18E6215-B01C-B908-57FE-8C157BB693DA}" dt="2026-04-02T12:06:41.072" v="0"/>
        <pc:sldMkLst>
          <pc:docMk/>
          <pc:sldMk cId="0" sldId="275"/>
        </pc:sldMkLst>
      </pc:sldChg>
    </pc:docChg>
  </pc:docChgLst>
  <pc:docChgLst>
    <pc:chgData name="Olaru Roxana Daria" userId="S::roxana.olaru@s.utm.ro::700e19bb-c32b-442a-b68f-bd4138acb6d5" providerId="AD" clId="Web-{8430ADBD-99D5-FDBE-8DB4-271DB3BF22A7}"/>
    <pc:docChg chg="sldOrd">
      <pc:chgData name="Olaru Roxana Daria" userId="S::roxana.olaru@s.utm.ro::700e19bb-c32b-442a-b68f-bd4138acb6d5" providerId="AD" clId="Web-{8430ADBD-99D5-FDBE-8DB4-271DB3BF22A7}" dt="2026-04-03T14:07:52.953" v="1"/>
      <pc:docMkLst>
        <pc:docMk/>
      </pc:docMkLst>
      <pc:sldChg chg="ord">
        <pc:chgData name="Olaru Roxana Daria" userId="S::roxana.olaru@s.utm.ro::700e19bb-c32b-442a-b68f-bd4138acb6d5" providerId="AD" clId="Web-{8430ADBD-99D5-FDBE-8DB4-271DB3BF22A7}" dt="2026-04-03T12:56:18.527" v="0"/>
        <pc:sldMkLst>
          <pc:docMk/>
          <pc:sldMk cId="0" sldId="263"/>
        </pc:sldMkLst>
      </pc:sldChg>
      <pc:sldChg chg="ord">
        <pc:chgData name="Olaru Roxana Daria" userId="S::roxana.olaru@s.utm.ro::700e19bb-c32b-442a-b68f-bd4138acb6d5" providerId="AD" clId="Web-{8430ADBD-99D5-FDBE-8DB4-271DB3BF22A7}" dt="2026-04-03T14:07:52.953" v="1"/>
        <pc:sldMkLst>
          <pc:docMk/>
          <pc:sldMk cId="0" sldId="284"/>
        </pc:sldMkLst>
      </pc:sldChg>
    </pc:docChg>
  </pc:docChgLst>
  <pc:docChgLst>
    <pc:chgData name="Nica Ioan Andrei" userId="S::ioan.nica@s.utm.ro::19402dfb-3c64-415b-bc5f-708f7193c115" providerId="AD" clId="Web-{0DDC272A-F062-391B-6E04-6471CE3B6706}"/>
    <pc:docChg chg="sldOrd">
      <pc:chgData name="Nica Ioan Andrei" userId="S::ioan.nica@s.utm.ro::19402dfb-3c64-415b-bc5f-708f7193c115" providerId="AD" clId="Web-{0DDC272A-F062-391B-6E04-6471CE3B6706}" dt="2026-03-31T12:33:00.820" v="0"/>
      <pc:docMkLst>
        <pc:docMk/>
      </pc:docMkLst>
      <pc:sldChg chg="ord">
        <pc:chgData name="Nica Ioan Andrei" userId="S::ioan.nica@s.utm.ro::19402dfb-3c64-415b-bc5f-708f7193c115" providerId="AD" clId="Web-{0DDC272A-F062-391B-6E04-6471CE3B6706}" dt="2026-03-31T12:33:00.820" v="0"/>
        <pc:sldMkLst>
          <pc:docMk/>
          <pc:sldMk cId="0" sldId="258"/>
        </pc:sldMkLst>
      </pc:sldChg>
    </pc:docChg>
  </pc:docChgLst>
  <pc:docChgLst>
    <pc:chgData name="Milca Nicolae Iulian" userId="S::nicolae.milca@s.utm.ro::fbf03953-aea3-49cf-a17d-fe7172994573" providerId="AD" clId="Web-{2B1BABFB-5B5F-33BF-9F2D-54797B553A7C}"/>
    <pc:docChg chg="sldOrd">
      <pc:chgData name="Milca Nicolae Iulian" userId="S::nicolae.milca@s.utm.ro::fbf03953-aea3-49cf-a17d-fe7172994573" providerId="AD" clId="Web-{2B1BABFB-5B5F-33BF-9F2D-54797B553A7C}" dt="2026-03-29T17:57:31.875" v="1"/>
      <pc:docMkLst>
        <pc:docMk/>
      </pc:docMkLst>
      <pc:sldChg chg="ord">
        <pc:chgData name="Milca Nicolae Iulian" userId="S::nicolae.milca@s.utm.ro::fbf03953-aea3-49cf-a17d-fe7172994573" providerId="AD" clId="Web-{2B1BABFB-5B5F-33BF-9F2D-54797B553A7C}" dt="2026-03-29T17:56:17.682" v="0"/>
        <pc:sldMkLst>
          <pc:docMk/>
          <pc:sldMk cId="0" sldId="267"/>
        </pc:sldMkLst>
      </pc:sldChg>
      <pc:sldChg chg="ord">
        <pc:chgData name="Milca Nicolae Iulian" userId="S::nicolae.milca@s.utm.ro::fbf03953-aea3-49cf-a17d-fe7172994573" providerId="AD" clId="Web-{2B1BABFB-5B5F-33BF-9F2D-54797B553A7C}" dt="2026-03-29T17:57:31.875" v="1"/>
        <pc:sldMkLst>
          <pc:docMk/>
          <pc:sldMk cId="0" sldId="288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8T07:51:05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561 0 10802,'0'0'8259,"-16"45"-6063,0-2-1667,-91 276 2124,56-142-1692,-97 314 281,-34-14-1532,147-402-1245,29-149-11712,6 8 5070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8T07:51:05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9946,'0'0'12307,"24"18"-11495,-9-7-668,-4-3-41,0 0 0,0 0-1,-1 1 1,0 1 0,0 0 0,-1 0-1,0 1 1,-1 0 0,-1 0 0,1 1 0,-2 0-1,0 0 1,0 0 0,6 21 0,20 106 739,-5 2 1,11 199 0,-21 288-847,-16-602-591,0-16 580,-1 0 1,0 1-1,0-1 0,-4 16 1,4-24-202,-1 0 1,1 0 0,-1 0-1,0 0 1,0-1-1,0 1 1,0 0 0,0 0-1,0-1 1,0 1-1,-3 2 1,3-3-195,-1 0-1,1 0 1,-1 0 0,1 0-1,-1-1 1,1 1 0,-1 0-1,0-1 1,1 1 0,-1-1 0,0 0-1,0 1 1,1-1 0,-1 0-1,-2 0 1,-19 0-8453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8T07:51:06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1 177 13099,'0'0'11898,"221"-15"-11610,-103-7-168,6 0-104,4-3-16,-7 4-360,18-7-1488,-39 6-3401,-24 0-4521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8T07:51:06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0 11987,'0'0'7126,"1"33"-5536,2 216 931,-35 385-1349,21-595-2382,0-28-1468,10-11 2424,0 0 0,1 0 0,-1 0 0,0-1 0,0 1 0,1 0 0,-1 0 1,0-1-1,0 1 0,1 0 0,-1-1 0,0 1 0,1-1 0,-1 1 0,0-1 0,1 1 0,-1-1 0,1 0 0,-1 1 0,1-1 1,-1 0-1,1 1 0,-1-2 0,-12-22-7006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8T07:51:06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1 185 5065,'0'0'14937,"25"-27"-13290,84-83-442,-105 105-1138,1 1 1,-1 0-1,1 0 0,0 0 0,0 1 1,1-1-1,-1 1 0,1 0 0,-1 1 1,1-1-1,0 1 0,0 0 0,0 1 1,0 0-1,0 0 0,0 0 0,1 0 1,-1 1-1,0 0 0,8 1 0,7 0 146,-14-1-191,0 0 0,0 1 0,0 0 1,0 0-1,0 0 0,0 1 0,0 0 1,0 1-1,-1-1 0,1 1 0,-1 1 1,0-1-1,0 1 0,10 8 0,-8-4-8,1 1 1,-2 0-1,1 0 0,-1 0 0,0 1 0,-1 1 1,0-1-1,5 14 0,-3-1-10,0 0 0,-2 1 1,0-1-1,-2 1 0,0 0 0,-2 0 1,-1 1-1,0-1 0,-2 0 0,-1 1 0,-7 33 1,4-43 13,-1-1 1,0 1 0,-1-1 0,0-1 0,-1 0-1,0 0 1,-2 0 0,1-1 0,-1 0 0,-1-1 0,-23 19-1,15-15-44,0 0 0,-1-2-1,0 0 1,-1-1-1,-1-2 1,0 0 0,-24 7-1,37-13-460,19-3 258,43-4 238,4-1 113,-48 4-118,12-1-10,0 0-1,-1 2 1,1 0-1,0 2 0,0 0 1,-1 1-1,0 1 1,0 1-1,28 12 1,-28-7 1,0 0 1,0 2 0,-1 0 0,-1 1-1,24 24 1,-33-30-6,-2 1 0,1 0 0,-1 0 0,0 1 0,-1 0 0,0 0 0,-1 1 0,0 0 0,-1 0 0,0 0 0,0 0 0,2 20 0,-3-18 9,-2-1 0,1 1 0,-2 0 0,0 0 0,0-1 0,-1 1 0,-1 0 0,0-1 0,-1 1 0,0-1 0,-1 0 0,0 0 0,-1 0 0,-1 0 0,0-1 0,0 0 0,-1 0 0,-10 13 0,2-9 86,0 0-1,-1 0 1,0-1 0,-1-1 0,-1-1-1,0-1 1,0 0 0,-1-1 0,-1-1-1,1-1 1,-1-1 0,-1 0 0,0-2-1,1 0 1,-2-1 0,1-2 0,-38 1-1,55-3-51,-16 1 98,0-1 0,-1-2 0,1 0 0,1 0 0,-28-9 0,42 10-132,0-1 1,0 0 0,1 0-1,-1 0 1,1-1-1,-1 0 1,1 0 0,0 0-1,0 0 1,1-1-1,-1 1 1,1-1-1,-1 0 1,1 0 0,0 0-1,1 0 1,-1-1-1,1 1 1,0-1 0,0 0-1,0 1 1,1-1-1,-1 0 1,1 0 0,0 0-1,1 0 1,-1-6-1,1 3-114,0 1-1,0-1 0,0 0 0,1 1 1,1-1-1,-1 0 0,1 1 0,0-1 1,1 1-1,0 0 0,4-7 0,2-3-832,2 1 0,0 0-1,15-16 1,23-25-4799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8T07:51:07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 3697,'0'0'27166,"0"-6"-27166,0 3-344,0-10-993,4 4-1183,-1-7-3226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8T07:51:07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413 1 10522,'0'0'9680,"-34"7"-8067,-108 30-310,133-34-1213,1 1 0,-1 0-1,1 0 1,0 1 0,0 0 0,0 1-1,1-1 1,0 1 0,0 1-1,0-1 1,1 1 0,0 1 0,-8 12-1,2-4 48,-2 2-34,1 1 1,1 0 0,1 1 0,1 0 0,0 1 0,2 0 0,0 0-1,1 1 1,1 0 0,2 0 0,0 0 0,1 1 0,1 0 0,1-1 0,1 1-1,4 23 1,-3-39-108,0 0-1,1 0 0,-1 0 1,2 0-1,-1 0 1,1 0-1,0-1 0,1 1 1,-1-1-1,1 0 1,0 0-1,1-1 0,7 9 1,-3-6 7,0-1 0,0 1 0,1-2 0,0 1 0,0-2 0,0 1 0,22 7 0,-14-7-176,0-1 1,0-1-1,1 0 1,-1-1-1,1-1 1,0-1-1,0-1 1,0 0 0,0-2-1,23-4 1,-35 5-370,0-2 1,0 1-1,0-1 1,-1 0-1,1 0 1,-1-1-1,0 0 1,0 0 0,-1 0-1,1-1 1,-1 0-1,0 0 1,8-9-1,7-24-7262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8T07:51:07.8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69 12443,'0'0'10418,"190"-28"-9698,-93 12-424,10 1-208,-7 5-176,14 10-1536,-24 0-3953,-31 0-7226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8T07:51:08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1386 10082,'0'0'10229,"30"-27"-9101,95-94-140,-117 113-881,0-1 1,-1 1-1,0-2 0,0 1 0,-1-1 0,-1 0 0,1-1 0,-2 1 0,1-1 0,3-15 0,2-4 25,128-482 503,-76 251-696,-31 108 1379,-35 223-1101,-2-1 0,-27 111-1,4-28 109,10-10-82,-4 236 0,21-333-283,0-33 36,1 1 0,1-1 0,0 0 0,0 0 0,1 1 0,1-1 0,5 22 0,-6-33-4,0 1 0,1 0 0,-1-1 0,0 1 0,0-1 0,1 1 0,-1-1 0,1 0 0,-1 1 0,1-1 0,0 0 0,-1 0 0,1 0 0,0 0 0,0-1 0,0 1 0,0 0 0,0-1 0,-1 1 0,1-1 0,0 0 0,0 0 0,0 1 0,0-1 0,0-1 0,0 1 0,0 0 0,0 0 0,4-2 0,0 1-7,-1 0 1,1-1-1,0 0 0,-1 0 1,1-1-1,-1 1 0,0-1 0,9-6 1,4-8 17,0-1 0,-1-1 1,-1 0-1,-1-1 0,22-36 1,52-117-54,-36 53 16,-6-2 0,-5-2 0,-6-2-1,-5-1 1,26-243 0,-75 404 530,-13 37-511,-6 28 107,5 2 0,5 1 0,3 1 0,6 1 1,3 1-1,6 1 0,4-1 0,11 133 0,-5-224-244,2 0 1,0-1 0,1 1 0,0-1 0,1 0 0,0 0 0,1-1 0,1 1 0,0-1-1,0-1 1,1 1 0,1-1 0,0-1 0,0 0 0,1 0 0,1-1 0,-1 0-1,20 12 1,33 15-4526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8T07:51:09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3 353 6369,'0'-3'18568,"-2"-21"-18017,3 16-502,1-1 1,1 1-1,-1 0 0,1 0 0,1 0 1,0 0-1,0 0 0,0 1 0,1 0 1,11-14-1,64-64 178,-76 82-214,11-12 0,62-56 16,-68 64-27,0 0 0,0 1-1,1 0 1,0 0 0,0 1-1,0 1 1,12-4 0,-21 7-4,1 1 0,0-1 0,0 1 0,-1 0 1,1 0-1,0 0 0,0 0 0,0 0 0,0 0 0,-1 0 1,1 1-1,0-1 0,0 0 0,-1 1 0,1 0 1,0-1-1,-1 1 0,1 0 0,0 0 0,-1 0 1,1 0-1,-1 0 0,0 0 0,1 1 0,-1-1 0,0 0 1,0 1-1,2 1 0,1 4 5,0 1 0,0-1 0,0 1-1,4 15 1,-4-9 1,7 20 28,-2 0 0,-1 1 0,-2 0-1,2 39 1,-5 143 136,-3-199-167,-2 0 1,0 0-1,-1 0 0,-1-1 1,0 1-1,-1-1 1,-1 0-1,-1 0 1,0-1-1,-2 0 1,-13 21-1,21-35 94,1-27-7,0 3-97,2 1 0,0-1 1,1 1-1,1-1 0,1 1 1,1 0-1,1 1 0,1 0 1,0 0-1,2 0 0,19-30 1,-9 18-9,0 1 1,3 1-1,0 1 0,2 1 1,1 1-1,53-43 1,-77 68 10,0 0-1,1 0 1,-1 1 0,1-1 0,-1 1 0,1 0 0,0-1 0,-1 1 0,1 0-1,0 1 1,0-1 0,0 0 0,0 1 0,-1 0 0,1-1 0,0 1-1,4 1 1,-5 0 1,0 0-1,0 0 1,0 0-1,0 0 1,0 1 0,0-1-1,-1 1 1,1 0-1,0-1 1,-1 1-1,1 0 1,-1 0-1,0 0 1,1 0-1,-1 0 1,0 0-1,0 0 1,-1 0-1,1 0 1,0 1-1,0 3 1,8 35 37,-1 0 1,-2 0-1,-2 1 1,-3 78-1,-1-115-33,21-29 85,-2-10-104,0 1 0,3 1 0,1 1 0,1 1 0,1 1 0,2 1 0,1 1 0,1 2 0,1 0 0,64-38 0,-47 43 53,-46 20-33,1-1 0,-1 1-1,1-1 1,-1 1 0,1 0-1,-1-1 1,1 1 0,-1 0-1,1 0 1,-1 0 0,1 0 0,0 0-1,-1 1 1,1-1 0,-1 0-1,1 1 1,-1-1 0,1 1 0,-1-1-1,0 1 1,1 0 0,-1-1-1,1 1 1,-1 0 0,0 0-1,0 0 1,0 0 0,0 0 0,2 3-1,1 5 12,0 1-1,-1 0 0,0 0 1,-1 0-1,0 0 0,1 20 1,-2 72 194,-2-66-73,-9 205-126,8-210-102,1 49-3012,1-61-3348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8T07:51:10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7562,'0'0'16452,"24"7"-15493,3 1-665,-12-5-144,0 1-1,0 1 1,-1 1 0,1 0-1,-1 0 1,0 2 0,21 14-1,275 239 451,-231-189-3732,-78-70 2306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8T07:51:10.5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644 0 10266,'0'0'13942,"-36"19"-13301,-115 65 15,116-63-471,0 3 0,2 0 0,-35 35 0,22-19-46,26-23-172,-23 18-291,3 1 1,1 2 0,-42 52-1,70-71-1161,6-7-5794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8T07:51:11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0 613 7258,'0'0'14869,"20"-33"-13956,65-107-79,-76 123-694,0 0 0,-1 0 0,0-1 0,-2 0 0,0 0-1,6-34 1,-2 8 22,48-194 115,-57 321-17,-28 390 1235,9-242-1249,15-190-348,-19 218 386,15-210-876,-2 1 0,-2-2 0,-19 53 0,25-162-1586,5 26 2006,0-50 14,15-130 0,-4 148 226,7-65 233,7 1 0,44-140 0,-66 261-176,1 0 1,0 0-1,1 1 0,-1 0 1,2 0-1,-1 0 1,13-14-1,-16 21-85,1-1-1,0 0 1,0 1-1,0 0 1,0 0-1,0 0 1,0 0 0,1 0-1,-1 0 1,1 1-1,-1 0 1,1 0-1,-1 0 1,1 0 0,0 0-1,0 1 1,-1 0-1,1 0 1,0 0-1,0 0 1,-1 0-1,1 1 1,0-1 0,5 3-1,-5-1-22,0-1 0,1 2 0,-1-1 0,0 0 0,0 1 0,-1 0 1,1 0-1,-1 0 0,1 0 0,-1 1 0,0-1 0,0 1 0,0 0 0,-1 0 0,1 0 0,-1 0 0,0 0 0,0 1 0,-1-1 0,1 1 0,-1-1 0,0 1 0,1 5 1,2 13 16,-1 1 0,-1 0 0,-1 26 0,-1-48-34,-1 4 10,1 0 0,-1 0 0,-1 0 1,1 0-1,-1 0 0,0 0 1,0-1-1,0 1 0,-1-1 0,0 1 1,0-1-1,-1 0 0,1 0 0,-1 0 1,0-1-1,0 1 0,-1-1 1,0 0-1,1 0 0,-1-1 0,0 1 1,-1-1-1,-6 3 0,0 0-82,1-1 0,-1 0 0,0-1 0,0 0 0,-1-1 0,1 0 0,-1-1 0,1-1 0,-1 0 0,-15-1 0,27 0-29,0 0-1,-1 0 1,1 0-1,0 0 1,0-1-1,0 1 1,0 0-1,0-1 1,0 1 0,0-1-1,0 1 1,0-1-1,0 0 1,0 1-1,0-1 1,0 0-1,0 0 1,1 0-1,-1 0 1,0 1-1,0-1 1,1 0 0,-1 0-1,1 0 1,-1 0-1,1-1 1,-1 1-1,1 0 1,0 0-1,-1 0 1,1 0-1,0 0 1,0 0-1,0-1 1,0 1 0,0 0-1,0-2 1,-1-30-4932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8T07:51:11.6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32 17036,'0'0'12066,"-14"-22"-14146,-10 13-3161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8T07:50:54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491 0 10426,'0'0'4788,"-21"33"-3400,8-13-1119,-15 22 412,2 1 1,1 2 0,-28 76 0,-85 346 2249,-34 92-2660,167-546-519,-2 9 21,4-21-1334,3-12-1898,5-26-934,10-11-1325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8T07:50:54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5825,'0'0'13396,"13"25"-11605,-4-8-1491,7 11 122,-2 1 0,-1 0 0,-1 1-1,11 45 1,2 31 336,95 414 474,-105-426-1030,-3 2 0,-2 117 1,-9-53-8356,-1-132 4924,0-53-3837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8T07:50:54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0 169 11963,'0'0'11682,"267"-35"-11298,-157 10-112,8 4-272,38-14-248,-29 7-2240,-26 4-5362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8T07:50:55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503 0 8530,'0'0'13739,"-38"3"-12596,-121 14-176,150-15-902,0-1 1,1 2 0,-1-1 0,1 1 0,0 1 0,0 0 0,0 0-1,0 0 1,1 1 0,-1 0 0,1 0 0,0 1 0,1 0-1,-9 10 1,-2 1 119,-1 0-24,1 1 1,0 1-1,2 1 1,0 0-1,1 1 0,-16 32 1,23-38-128,1 1 0,0 0 0,2 0-1,0 0 1,0 0 0,1 0 0,1 1 0,1 0 0,1-1 0,2 30 0,-1-40-39,1 0 0,-1 0 0,1 1 0,1-2 0,-1 1-1,1 0 1,0 0 0,0-1 0,0 0 0,1 1 0,0-1 0,0-1 0,0 1 0,1-1 0,0 1 0,0-1 0,0 0 0,0-1 0,0 0 0,1 1 0,0-2 0,7 4 0,7 2-161,0-1 0,1 0 0,-1-2 0,1-1 1,32 3-1,99-1-2161,-54-15-2806,-42-5-1163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8T07:50:55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1 100 13947,'0'0'10426,"232"-40"-10034,-139 21-336,0 1-112,14 5-768,-24 7-3657,-20 3-3921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8T07:50:55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1477 6481,'0'0'12414,"32"-33"-11302,104-108-239,-124 128-781,-2 1-1,0-2 1,0 1-1,-1-2 1,-1 1-1,0-1 0,-1 0 1,-1-1-1,6-17 1,-2 3 23,165-562-492,-88 274-649,-76 281 993,32-129 186,-100 312 2073,23-33-1877,5 1 1,-24 190-1,37-135 91,7 206 0,9-352-485,1-1-1,1 1 1,8 32 0,-9-51 36,0 0 0,0 0 0,0 0 1,0 0-1,0-1 0,1 1 1,-1-1-1,1 1 0,0-1 1,0 1-1,1-1 0,-1 0 0,1 0 1,-1 0-1,1 0 0,0-1 1,0 1-1,0-1 0,0 0 0,1 0 1,-1 0-1,1 0 0,-1 0 1,1-1-1,0 1 0,-1-1 1,9 1-1,-8-2 7,0 0-1,1-1 1,-1 0 0,0 1 0,0-2 0,0 1-1,0 0 1,0-1 0,0 0 0,0 0 0,0 0-1,0 0 1,-1 0 0,1-1 0,-1 0 0,0 0-1,0 0 1,3-3 0,8-10 18,-1-1 0,16-27 0,-18 28-7,41-71 43,59-132 0,21-102-59,-110 267 15,11-28-6,77-219 33,-101 261-15,-6 26 184,-6 18 530,-48 130-438,-29 82 133,48-100-62,-26 176 0,49-218-372,3 0 0,3 1 0,11 119 0,-7-182-51,1 0 0,0 0 0,1 0 0,0-1 0,1 1 1,0-1-1,0 0 0,2 0 0,-1 0 0,1-1 0,1 0 1,14 17-1,-14-20-262,0 0 1,0-1 0,1 0-1,0 0 1,0-1-1,13 7 1,-9-7-707,0 0 1,0-1 0,1 0-1,-1-1 1,16 2-1,36-2-10980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8T07:50:56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0 231 7282,'0'0'14615,"17"-27"-13800,57-88-38,-70 108-711,1 1-1,0-1 1,1 1 0,-1 0-1,1 0 1,0 1 0,1 0 0,-1 0-1,1 0 1,0 1 0,0 0-1,0 0 1,1 1 0,-1 0-1,1 0 1,0 1 0,0 0 0,0 0-1,0 1 1,0 0 0,0 0-1,9 1 1,-14 0-65,-1 0-1,1 1 1,-1-1 0,1 1-1,-1-1 1,1 1 0,-1 0-1,0 0 1,1 0 0,-1 0 0,0 0-1,1 1 1,-1-1 0,0 1-1,0-1 1,0 1 0,-1 0-1,3 2 1,1 2 3,-1 0 1,-1 0-1,1 0 0,-1 0 0,0 0 1,4 12-1,-1 6 15,0 0 0,4 49 0,-7 135 6,-3-202-19,0-1-1,0 0 0,-1 0 0,0 1 0,0-1 0,0 0 1,-1 0-1,1 0 0,-1 0 0,0 0 0,-1-1 1,1 1-1,-1 0 0,0-1 0,0 0 0,0 0 1,-6 5-1,9-38-20,1 16 12,0 0 0,2 0 0,0 1 0,0-1 0,1 0 0,0 1 1,1 0-1,1 0 0,0 1 0,0-1 0,1 1 0,11-13 0,11-12-16,1 2-1,41-36 1,-71 69 18,60-49 23,-55 47-31,-1 0 1,1 0-1,0 1 0,0-1 1,0 1-1,0 0 1,1 0-1,-1 1 0,0-1 1,1 1-1,8 0 0,-13 1 3,0 1-1,0-1 0,0 1 1,0-1-1,0 1 0,0 0 1,0-1-1,0 1 0,-1 0 1,1 0-1,0-1 0,0 1 0,-1 0 1,1 0-1,-1 0 0,1 0 1,-1 0-1,1 0 0,-1 0 1,1 0-1,-1 0 0,0 0 1,0 1-1,1-1 0,-1 0 1,0 1-1,5 39 25,-5-36-18,7 273 149,-7-245-205,0-33 56,0 1-1,0-1 1,0 0-1,1 1 1,-1-1-1,0 0 1,0 0 0,0 1-1,1-1 1,-1 0-1,0 0 1,0 1-1,1-1 1,-1 0 0,0 0-1,0 0 1,1 1-1,-1-1 1,0 0 0,1 0-1,-1 0 1,0 0-1,1 0 1,-1 0-1,0 0 1,1 0 0,-1 0-1,0 0 1,1 0-1,-1 0 1,0 0-1,1 0 1,-1 0 0,0 0-1,1 0 1,-1 0-1,0 0 1,1 0-1,-1-1 1,0 1 0,0 0-1,1 0 1,-1 0-1,0 0 1,1-1 0,15-7-41,6-13 48,-1-1 0,33-44-1,4-6 18,-56 71-25,124-130 50,-105 111-44,1 1 0,1 2 0,1 0 0,32-17 0,-11 17-63,-44 16 55,0 1 0,1-1 0,-1 1 1,0-1-1,0 1 0,1 0 0,-1 0 0,0 0 0,1 0 0,-1 0 0,0 0 0,1 0 1,-1 0-1,0 0 0,0 1 0,1-1 0,-1 1 0,0-1 0,0 1 0,1-1 1,-1 1-1,0-1 0,0 1 0,0 0 0,0 0 0,0 0 0,0 0 0,0-1 0,0 1 1,0 0-1,-1 1 0,2 1 0,5 21 37,-2 0 1,-1 0-1,0 1 0,-2 0 0,-1 0 1,-3 37-1,0-32-316,2 1 1,2 0-1,0-1 0,8 35 1,-6-50-1281,0 0 0,2-1 0,-1 1 0,10 14 0,2-5-7447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8T07:50:57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11162,'0'0'10113,"32"10"-8432,102 36-653,-64-17-723,0 2-1,125 78 1,-146-79-380,68 43-254,-43-21-4892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8T07:50:57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547 1 13139,'0'0'12282,"-177"127"-11801,118-55-481,-6 9 64,2 6-136,5 0 72,9-6-120,11-10-545,14-2-1799,10-20-3065,14-21-5354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8T07:50:57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0 251 8226,'0'0'14241,"31"-29"-13455,97-92-71,-126 119-702,10-11 179,1 0 0,1 1 0,0 0 0,1 1 1,20-11-1,-29 19-133,-4 1-56,0 1 0,0-1 0,0 1-1,1 0 1,-1 0 0,0 0 0,1 0-1,-1 0 1,1 1 0,-1-1 0,1 1-1,0-1 1,-1 1 0,1 0-1,-1 0 1,1 0 0,0 0 0,-1 1-1,1-1 1,-1 1 0,1 0 0,-1-1-1,1 1 1,-1 0 0,1 1 0,-1-1-1,0 0 1,0 1 0,0-1 0,0 1-1,0-1 1,0 1 0,0 0 0,0 0-1,-1 0 1,1 0 0,-1 0 0,1 0-1,-1 1 1,0-1 0,0 0-1,0 1 1,1 3 0,3 8-3,0 1 0,-1-1 0,-1 1 0,-1-1 0,0 1-1,0 17 1,0 19 72,-7 65-1,3-98-80,-1 0-1,0-1 1,-2 1 0,0-1-1,-1 0 1,-1 0 0,-10 19-1,15-68-35,6 17 38,0 0-1,1 1 1,0-1-1,1 1 1,1 0-1,0 0 0,1 1 1,16-21-1,0 3 3,2 1 0,36-32 0,-44 44 10,1 2-1,26-18 0,-38 30 3,0 0 0,0 0 0,0 0 0,1 1 0,-1 0 0,1 1 0,0-1 0,0 2 0,0-1 0,0 1-1,10 0 1,-14 0 4,0 1 0,0 0 0,0 1-1,0-1 1,0 1 0,0-1 0,-1 1-1,1 0 1,0 1 0,0-1 0,-1 1 0,1 0-1,4 2 1,-4 0 1,0 0-1,-1 0 1,1 0-1,-1 1 1,0 0 0,0-1-1,0 1 1,-1 0 0,4 8-1,4 16 137,-1 1 0,-1 0 0,7 57-1,-12-64-94,0 0 0,1 0 0,2 0 0,0-1 0,1 0-1,1 0 1,1-1 0,15 24 0,-21-41-68,1 0-1,-1 0 1,1 0 0,0-1 0,0 0-1,1 0 1,-1 0 0,1 0 0,-1-1-1,1 0 1,0 0 0,0 0-1,0 0 1,0-1 0,0 0 0,0 0-1,0 0 1,1-1 0,-1 0-1,0 1 1,0-2 0,1 1 0,6-2-1,1 0-149,0-1-1,1 0 0,-2 0 1,1-2-1,0 1 0,-1-2 1,0 0-1,17-10 0,79-69-2892,-38 18-2168,2-16-4778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8T07:51:04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440 1 6617,'0'0'9250,"13"23"-7941,-3-6-1106,-1 0 0,-1 0 0,0 1 0,-2 0 0,0 1 0,-1-1 0,-1 1 0,0 0 0,-2 0 0,0 1 0,-2 33 0,-42 312 1600,-31 1-715,22-123-578,15-40-171,8 2-1,-2 351 1,32-532-343,0-1 0,1-1 0,2 1-1,0 0 1,1-1 0,1 0 0,1-1 0,19 36 0,-6-20-10,2-1 1,1-1 0,46 51-1,-62-76-34,1 0-1,0-1 0,1 0 0,0 0 1,0-1-1,1 0 0,0-1 1,0 0-1,1-1 0,0 0 0,0-1 1,1 0-1,-1-1 0,1 0 0,0-1 1,0-1-1,0 0 0,0 0 0,17-2 1,-21 1 50,-7-1 4,0 1 1,-1-1-1,1 0 0,0 0 1,0 0-1,0 0 0,-1 0 0,1 0 1,0-1-1,0 1 0,0 0 1,-1-1-1,1 0 0,0 1 1,-1-1-1,1 0 0,1-1 1,-2 1 82,-1 5-90,-17 221 424,0-46 31,10 658-46,10-459-132,-5-326-209,-2 1 0,-2-1-1,-3 0 1,-1 0 0,-29 80-1,8-50 137,-4-1-1,-68 115 0,71-143-56,-42 53 0,60-87-128,-2-1 0,0-1 0,0-1 0,-2 0 0,0-1 0,-23 14 0,37-27-64,1 1 1,-1-2 0,0 1-1,0 0 1,0-1 0,-1 0-1,1 0 1,0 0 0,0 0-1,-1-1 1,1 1 0,-1-1-1,1 0 1,0-1 0,-1 1-1,1-1 1,0 1-1,0-2 1,-6-1 0,0-1-784,0-1 0,0 0 0,1-1 0,0 0 0,0-1 0,-13-12 0,-35-32-8797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8T07:51:13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 7009,'0'0'13214,"2"0"-12058,346-23 1927,-159 5-2822,135 6-237,-323 12-272,-17 1-2617,-120 29-9799,88-21 5574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8T07:51:13.6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72 6617,'0'0'11800,"18"0"-10179,44-2-134,94-15 0,-92 5-1785,124-20 1502,-63 23-8812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8T07:50:58.5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226 0 8266,'0'0'12253,"-16"38"-10817,5-11-1196,-13 29 346,3 1 1,-25 109-1,-39 474 301,63-437-3242,22-198-671,0-17-7344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8T07:50:59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130 145 8850,'0'0'9249,"40"-19"-8003,131-60-101,-151 70-867,1 1 0,0 1 0,0 1 0,0 1 0,1 1 0,-1 1 0,1 0 0,0 2 0,35 2 0,-13-1 85,-40 0-357,1 0 1,0 1-1,-1-1 0,1 1 1,0 0-1,-1 0 0,1 1 1,-1-1-1,0 1 0,0 0 1,1 0-1,-1 0 0,0 1 1,0-1-1,-1 1 0,1 0 1,-1 0-1,1 0 0,-1 1 0,0-1 1,0 1-1,-1 0 0,1 0 1,-1 0-1,1 0 0,-1 0 1,-1 0-1,1 1 0,2 8 1,1 9-27,-1 1 0,-1-1 0,-1 1 0,-1 40 1,-1-60 19,-1 13 19,-1 1 1,-1-1 0,-1 0 0,0 0-1,-1-1 1,0 1 0,-1-1 0,-1 0-1,-1-1 1,0 1 0,-1-1 0,0-1-1,-19 21 1,-8 6 28,-1-2 1,-81 63-1,90-78-8,-1-1 0,-1-1 0,0-2 0,-59 27 0,84-45-116,27-2-27,-1-1 0,37-9 1,19-2 139,-42 10-14,0 1 0,1 1 0,-1 2 0,41 6 0,-64-5-34,1 1 0,0 0 1,-1 1-1,0 1 0,0 0 0,0 0 0,-1 1 0,0 0 1,0 1-1,0 1 0,-1-1 0,0 2 0,-1-1 0,16 19 0,-16-16 11,-1 2-1,0-1 0,-1 1 0,0 0 0,-1 0 0,-1 1 1,0 0-1,0 0 0,-2 0 0,0 0 0,0 1 0,-2 0 0,1-1 1,-2 1-1,0 0 0,-1-1 0,0 1 0,-1-1 0,-1 1 1,0-1-1,-1 0 0,-1 0 0,0 0 0,-1 0 0,0-1 0,-1 0 1,0-1-1,-1 1 0,-16 18 0,-1-6 117,-1-1 0,-1-1-1,0-1 1,-2-1 0,-1-2-1,0-1 1,-1-1 0,-1-2 0,-61 21-1,38-20 11,-1-2-1,0-3 1,0-2-1,-1-3 0,-74-1 1,129-4-131,-1-1 0,1 0 0,-1 0 0,1 0 0,0-1 0,-1 1 1,1-1-1,-1 1 0,1-1 0,0 0 0,-1 0 0,1 0 0,0 0 0,0 0 0,0 0 0,0-1 0,0 1 1,0-1-1,0 1 0,0-1 0,0 0 0,1 0 0,-1 0 0,1 0 0,-3-3 0,3 0-119,0 1 1,-1-1-1,2 0 0,-1 0 0,0 1 0,1-1 0,0 0 0,0 0 0,1 0 1,-1 0-1,1 1 0,0-1 0,2-7 0,3-3-1505,0 0 0,1 0 0,0 0 0,19-25-1,5-2-7636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8T07:51:00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0 268 4505,'0'0'13872,"3"-8"-12617,5-12-925,1 0 0,2 1 0,-1 1 0,2-1 1,1 2-1,0-1 0,1 2 0,1 0 0,0 1 0,1 0 0,32-22 0,-41 33-291,0 0 0,0 1 0,0-1-1,0 1 1,0 1 0,1-1 0,0 1 0,-1 1 0,1-1 0,0 1-1,0 1 1,0-1 0,-1 1 0,14 2 0,-18-1-33,0 0 0,1 1 1,-2-1-1,1 1 0,0 0 1,0 0-1,0 0 0,-1 0 1,1 0-1,-1 1 0,0-1 1,0 1-1,0-1 0,0 1 1,0 0-1,2 4 0,26 56 120,-26-55-122,6 23 30,-2 0-1,0 0 1,-2 0 0,-1 1-1,-2 0 1,-1 0 0,-2 0-1,-4 44 1,-3-39-36,7-35 9,-1-1-1,1 0 1,0 1 0,-1-1-1,1 0 1,0 1-1,-1-1 1,0 0-1,1 0 1,-1 0 0,0 1-1,0-1 1,1 0-1,-1 0 1,0 0-1,0 0 1,0-1 0,0 1-1,0 0 1,0 0-1,-1 0 1,1-1-1,-2 2 1,3-29 158,1 15-160,0-1-1,2 1 0,-1-1 0,1 1 1,1 0-1,1 0 0,-1 1 0,2-1 1,0 1-1,0 0 0,1 0 1,0 1-1,1 0 0,12-13 0,8-6 12,2 0 0,1 2 0,41-27 0,-66 50-15,64-40 9,-66 42-10,0 0 1,0 0-1,0 1 0,0-1 1,0 1-1,0 0 0,1 0 1,-1 0-1,0 1 0,1 0 1,-1-1-1,0 1 0,1 1 0,-1-1 1,0 1-1,7 1 0,-8 0 0,-1 0-1,1 0 1,0 0 0,-1 1-1,0-1 1,1 1-1,-1-1 1,0 1-1,0 0 1,-1-1-1,1 1 1,0 0-1,-1 0 1,0 1 0,0-1-1,1 4 1,15 63 45,-15-57-19,17 145 83,-16-109-67,15 72-1,-17-118-136,-1-1 0,1 1 0,0 0 0,0 0 0,0 0 0,0-1 0,1 1 0,-1-1 0,0 1 0,1-1 0,0 1-1,0-1 1,0 0 0,0 0 0,0 0 0,0 0 0,0 0 0,1 0 0,-1-1 0,1 1 0,-1-1 0,1 0 0,0 1-1,0-1 1,-1 0 0,4 0 0,-1 0-291,0-1 0,0 0 0,-1 0 0,1 0 0,0-1 0,0 0 0,-1 1 0,1-2 0,-1 1 0,1 0 0,-1-1 0,1 0 0,-1 0 0,0 0 0,5-4 0,29-23-7978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8T07:51:00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7178,'0'0'14627,"15"1"-13332,-5 0-1088,-2-1-64,-1 1-1,1 0 1,0 0 0,0 1-1,0 0 1,-1 0 0,1 1-1,-1 0 1,0 0-1,0 0 1,13 9 0,136 117 1526,-67-53-1898,103 66 0,-192-142 65,0 0 0,1 1 0,-1-1 1,0 0-1,1 1 0,-1-1 0,0 0 1,1 0-1,-1 1 0,0-1 1,1 0-1,-1 0 0,0 0 0,1 1 1,-1-1-1,1 0 0,-1 0 0,0 0 1,1 0-1,-1 0 0,1 0 1,-1 0-1,0 0 0,1 0 0,-1 0 1,1 0-1,-1 0 0,1 0 0,-1 0 1,0 0-1,1-1 0,-1 1 0,0 0 1,1 0-1,-1 0 0,1-1 1,-1 1-1,1-1 0,0-15-9567,-1 9 8932,0-17-6987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8T07:51:00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668 1 7138,'0'0'17643,"-224"102"-17323,161-58 136,-2 6-440,-1 2 56,4 1-72,3-3-8,10-6 0,8-10-544,17-6-1200,10-13-2321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8T07:51:01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1 9154,'0'0'9142,"9"16"-7766,-3-8-1138,0 2 22,1 1 0,-2-1 1,1 1-1,-1 0 1,-1 0-1,0 1 1,0 0-1,-2-1 0,1 1 1,0 14-1,0 441 2476,-5-247-2594,-6-21-33,6-172-279,-2-1 1,-1 0-1,-2 0 0,0 0 0,-15 34 1,21-57-7,-1 0 0,1 0 1,-1-1-1,1 1 0,-1 0 1,0-1-1,0 0 1,0 1-1,0-1 0,-1 0 1,1 0-1,-1 0 0,-2 2 1,4-4 0,0 0-1,0 0 1,0 1 0,0-1 0,0 0-1,0 0 1,1 0 0,-1 0 0,0 0-1,0-1 1,0 1 0,0 0 0,0 0-1,0 0 1,0-1 0,0 1 0,1-1-1,-1 1 1,0 0 0,0-1 0,0 1 0,1-1-1,-1 0 1,0 1 0,1-1 0,-1 0-1,0 1 1,1-1 0,-1 0 0,1 0-1,-1 1 1,1-1 0,-1 0 0,1 0-1,0 0 1,0 0 0,-1 0 0,1 0-1,0 0 1,0 1 0,0-1 0,0-2-1,-8-30-5290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8T07:51:01.6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94 252 10506,'0'0'9192,"13"-26"-8066,49-85-311,-56 103-683,1 0 0,0 0-1,0 1 1,1 0 0,0 1 0,0-1-1,1 2 1,0-1 0,0 1-1,0 0 1,0 1 0,1 0 0,0 1-1,0 0 1,14-2 0,-1-2 122,-1 2 9,-1 1 1,1 0-1,0 2 0,39 0 0,-58 2-250,0 0-1,1 0 0,-1 1 0,0 0 0,1-1 1,-1 1-1,0 0 0,1 0 0,-1 1 1,0-1-1,0 1 0,0-1 0,0 1 0,-1 0 1,1 0-1,0 0 0,4 5 0,-4-2-3,1 0 0,-1 0 0,0 0-1,0 0 1,0 1 0,-1-1 0,0 1 0,0-1 0,2 11-1,-2-4 11,0 1 0,-1-1 0,0 0 0,-1 1-1,0-1 1,-1 0 0,-1 1 0,0-1 0,-7 21 0,4-21-16,-1 0 0,0 0 0,-1-1 1,-1 0-1,0-1 0,0 1 1,-1-2-1,0 1 0,-1-1 1,-12 9-1,3-4-6,0 0-1,-1-2 1,-1 0 0,-41 17 0,48-24-113,0 0 0,-1-1 0,1-1 1,-1 0-1,1-1 0,-1-1 0,0 0 1,-25-2-1,27-1-490,0 0 1,0-1-1,1 0 0,-1-1 1,1 0-1,-14-8 0,-48-31-5879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8T07:51:02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1301 5449,'0'0'13284,"22"-18"-12257,10-6-610,98-82 1332,-42 28-823,93-108 0,-141 140-900,-3-2 0,-2-2-1,-2-1 1,32-68-1,-64 116-24,104-228-145,-85 178 195,-2 0 1,18-84-1,-48 182 373,-31 75 0,8-27-337,-3 19-5,5 2 0,5 0 0,5 2 0,5 1 0,-4 184 0,22-298-85,0 1 0,0 0 0,0 0 0,1 0 0,-1 0 0,1 0 0,0-1 0,0 1 0,1 0-1,-1-1 1,1 1 0,3 5 0,-4-8-1,0 0 1,1 1-1,-1-1 0,1 0 0,-1 0 1,1 0-1,-1 0 0,1 0 0,0-1 0,0 1 1,-1 0-1,1-1 0,0 0 0,0 1 0,-1-1 1,1 0-1,0 0 0,0 0 0,0 0 1,0 0-1,0 0 0,-1 0 0,1-1 0,0 1 1,0-1-1,-1 1 0,1-1 0,0 0 1,2-1-1,4-3 6,-1 0 0,1 0 0,-1-1 0,0 0 1,0 0-1,-1-1 0,0 0 0,0 0 0,0 0 1,7-15-1,2 1 26,73-110-119,-7-3 1,-5-4 0,-6-3 0,-6-4 0,64-215-1,-116 323 149,-7 25 6,-1-1 0,0 1 0,-1-1 1,0 0-1,1-24 0,-4 36 16,-6 19 35,-10 18-70,-25 56 102,3 2 0,4 1 0,-26 127 0,49-157-98,3 2 0,2 131 0,6-188-76,1 0 1,0 0-1,0 0 1,1 0-1,0-1 0,1 1 1,0-1-1,1 1 1,0-1-1,0 0 0,10 15 1,-10-19-268,1 1-1,0-1 1,1 0 0,-1 0 0,1-1-1,0 1 1,0-1 0,0-1 0,1 1-1,-1-1 1,1 0 0,0-1 0,0 1 0,0-1-1,0-1 1,12 2 0,33 0-6381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8T07:51:03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274 2 992,'0'0'17328,"-18"-1"-14878,14 2-2309,-1 0 0,1 0 0,0 1 0,-1 0 0,1 0 1,0 0-1,0 0 0,1 1 0,-1 0 0,0-1 0,1 1 0,-6 6 1,-38 47 632,41-49-672,-11 13 1,2 0 0,0 2 1,1 0-1,1 0 0,1 1 0,2 1 0,0 0 0,1 0 1,1 1-1,2 0 0,0 0 0,2 1 0,-2 49 0,6-73-117,0 0-1,0 1 1,0-1-1,1 1 1,-1-1-1,1 0 0,-1 0 1,1 1-1,0-1 1,0 0-1,0 0 1,0 0-1,1 0 1,-1 0-1,1 0 0,-1 0 1,1 0-1,-1 0 1,1-1-1,0 1 1,0-1-1,3 3 1,1-1-81,0-1 1,0 1 0,0-1 0,0 0 0,0 0 0,0-1-1,1 0 1,8 1 0,6-1-364,-1-1 0,0-1 0,0-1 0,31-6 0,10-14-2731,-13-6-2600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8T07:51:03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0 218 11779,'0'0'11162,"180"-87"-10370,-100 53-528,-1 6-208,28-3-112,-24 6-1504,-20 12-4650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8T07:51:14.2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1 544,'1'5'17214,"0"-2"-16928,-1-1 0,1 0 0,0 0 0,0 0 0,0 0 0,0 0 1,0 0-1,0 0 0,1 0 0,-1 0 0,2 2 0,5 0 5,0 1 0,0-1 0,1-1 0,-1 1 0,1-1 0,-1-1 0,1 0 0,0 0 0,13 1 0,87-1 291,-67-3-292,49 0-96,174-25 0,-17-12-2015,-245 38-374,-8 0-1111,-21 0-2618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8T07:51:14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41 8002,'0'0'9915,"-5"6"-9005,-6 13-265,11-19-619,0 0 1,0 1 0,0-1-1,0 1 1,0-1-1,0 0 1,0 1 0,0-1-1,0 1 1,0-1-1,1 0 1,-1 1 0,0-1-1,0 0 1,0 1-1,1-1 1,-1 0 0,0 0-1,0 1 1,1-1-1,-1 0 1,0 1-1,1-1 1,-1 0 0,0 0-1,1 0 1,-1 1-1,0-1 1,1 0 0,-1 0-1,1 0 1,52 4 1601,-35-4-1364,70-2 530,-1-4-1,136-27 1,-174 23-1334,63-12 1303,-37 17-8306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8T07:52:01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138 318 11747,'0'0'6109,"1"33"-5152,1 215 1092,-11-115-961,-31 159 1,28-219-1062,11-66-40,2-89 34,4 0 0,4 0 0,3 1 0,33-122 0,-30 154-28,3 0 0,1 1 0,2 0-1,2 2 1,3 1 0,1 1 0,2 1 0,46-51 0,-62 80 3,0 0-1,1 2 0,0-1 0,28-17 1,-37 27 1,0 0 1,1 0 0,-1 0-1,1 1 1,0 0 0,-1 0-1,1 0 1,0 1 0,0 0-1,0 0 1,0 0 0,0 1-1,0 0 1,1 0 0,-1 1-1,0-1 1,0 1 0,11 4-1,-13-3 4,0 0-1,0 0 0,0 1 1,0 0-1,-1 0 1,1 0-1,-1 0 0,1 1 1,-1-1-1,0 1 0,0 0 1,-1 0-1,1 0 1,-1 0-1,0 0 0,0 0 1,0 1-1,-1-1 1,0 1-1,0-1 0,1 8 1,2 11 37,-1 1 1,-2 46 0,-1-56-24,-1 5 15,-2-1 0,0 1 0,-1-1 0,0 0 0,-2 0 0,0-1 0,-1 0 0,-1 0 0,-1 0 0,0-1 0,-1 0 0,-1-1 0,0 0 0,-21 21 0,0-3-28,-1-2 1,-2-1 0,-1-1-1,-72 43 1,103-69-8,-5 4 19,1-1 1,-1-1-1,0 0 1,0 0-1,-1-1 0,1 0 1,-1 0-1,0-2 1,0 1-1,-14 0 0,25-3-86,20-1 22,25-8 4,-1 1 12,0 1 1,62-2-1,-101 9 33,17-1-8,-1 2 1,0 0-1,0 1 1,-1 1-1,28 7 1,-43-8 7,0 0 0,0 0-1,-1 0 1,1 0 0,0 1 0,-1 0 0,0 0-1,1 0 1,-1 0 0,-1 1 0,1-1 0,0 1 0,-1 0-1,0 0 1,0 1 0,0-1 0,0 1 0,-1-1-1,0 1 1,0 0 0,0 0 0,0 0 0,-1 0 0,0 0-1,0 0 1,1 11 0,-1-8 3,-1 0 1,0 1-1,0-1 1,0 0-1,-1 1 1,-1-1-1,1 0 0,-1 0 1,-1 0-1,1 0 1,-1 0-1,-1-1 1,1 1-1,-1-1 1,-1 0-1,1 0 0,-1 0 1,0-1-1,-1 1 1,0-1-1,0-1 1,-7 7-1,-13 10 35,-1-1-1,0-2 1,-2 0 0,0-2-1,-1-1 1,0-1 0,-2-2-1,1-1 1,-2-1 0,1-2-1,-2-1 1,1-2 0,-1-1-1,1-2 1,-36-1 0,65-2-68,1 0 0,-1 0 0,0 0 0,1 0 0,-1-1 0,1 1 0,-1-1 0,1 0 0,-1 0 0,1-1 0,-1 1 0,1-1 0,0 0 0,0 1 0,0-1-1,0-1 1,0 1 0,0 0 0,1-1 0,-1 1 0,1-1 0,0 0 0,0 0 0,0 0 0,0 0 0,0 0 0,0 0 0,1-1 0,0 1 0,-1 0 0,1-1 0,0 1 0,1-1 0,-1 1 0,1-1 0,0 0 0,-1 1 0,2-1 0,-1 1 0,0-1 0,1 0 0,-1 1 0,1-1 0,0 1 0,3-7 0,0-1-631,1 0-1,1-1 1,0 1 0,0 1 0,1-1 0,0 1-1,1 1 1,10-11 0,24-22-7005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8T07:52:01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 13419,'0'0'10338,"0"-49"-12442,10 49-3113,4 0-4730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8T07:52:01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7 971 11739,'0'0'9883,"-1"-33"-9436,-4-114-131,5 119-286,1 0 0,1 0 0,1 0 1,2 0-1,1 1 0,1-1 0,20-48 0,0 19 13,2 2 0,38-54 0,-52 86-41,13-22-7,1 2 1,3 1-1,72-75 0,-71 93-46,-32 23 49,0 1 0,0-1 0,0 1 1,0-1-1,-1 1 0,1 0 1,0-1-1,0 1 0,0 0 1,0 0-1,0 0 0,0 0 0,0 0 1,0 0-1,0 0 0,0 0 1,0 0-1,-1 0 0,1 0 1,0 1-1,0-1 0,0 0 0,0 1 1,0-1-1,0 0 0,-1 1 1,1-1-1,0 1 0,0 0 1,0-1-1,-1 1 0,1-1 0,0 1 1,-1 0-1,1 0 0,-1-1 1,1 1-1,-1 0 0,1 0 1,0 1-1,5 16-1,0 1 0,-2-1 0,0 1 0,3 38 1,-3 86 333,-4-83-47,2 9-129,-1 392-644,-2-455 130,1 1 1,-1 0 0,0 0 0,0-1 0,-1 1-1,-2 8 1,2-12-421,1 0 0,-1 0 0,0 1 0,0-1 0,0-1 0,0 1 0,-1 0 0,-3 3 1,-7 1-6411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8T07:52:02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0 116 10426,'0'0'11571,"218"-9"-10747,-107-1-472,13-11-352,36-11-144,-29 8-3681,-24 5-6385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8T07:52:02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0 225 13451,'0'0'4323,"32"-29"-3016,106-91-286,-127 112-873,-1 0 0,1 0 1,0 1-1,1 1 0,0 0 1,0 0-1,0 1 0,0 1 1,1 0-1,0 1 0,0 0 1,0 1-1,0 0 0,19 1 1,-23 0-62,-5 1-64,1-1 0,-1 1 0,0 0 0,0 0 0,1 0 0,-1 1-1,0-1 1,1 1 0,-1 0 0,0 0 0,0 1 0,0-1 0,0 1 0,0 0 0,0 0 0,-1 0 0,1 1-1,3 2 1,-4-1-11,0 1 0,0-1 0,0 1 0,-1 0 0,1 0 0,-1 0 0,-1 0 0,1 0 0,-1 0 0,1 1 0,-1-1 0,-1 0 0,1 1 0,-1 6 0,1 12 136,0 0 0,-2 1-1,-1-1 1,-1 0 0,0 0 0,-2-1-1,-1 1 1,-1-1 0,-1 0 0,-21 42 0,-46 71 304,-41 87-224,111-210-272,0 0-1,1 1 1,1-1 0,0 1 0,-2 26 0,4 30-3319,1-54 1784,0 23-5186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28T07:52:02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1 209 10186,'0'0'18388,"0"-56"-17980,14 25-408,0 0-8,3-1-648,4 4-736,-8 13-321,-2-1-4264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ro-R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34B5C-5B46-42AB-92ED-AF7371C4C1E7}" type="datetimeFigureOut">
              <a:rPr lang="ro-RO" smtClean="0"/>
              <a:pPr/>
              <a:t>03.04.2026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A78D4-658A-45E7-8BFA-5CC203620726}" type="slidenum">
              <a:rPr lang="ro-RO" smtClean="0"/>
              <a:pPr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34B5C-5B46-42AB-92ED-AF7371C4C1E7}" type="datetimeFigureOut">
              <a:rPr lang="ro-RO" smtClean="0"/>
              <a:pPr/>
              <a:t>03.04.2026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A78D4-658A-45E7-8BFA-5CC203620726}" type="slidenum">
              <a:rPr lang="ro-RO" smtClean="0"/>
              <a:pPr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34B5C-5B46-42AB-92ED-AF7371C4C1E7}" type="datetimeFigureOut">
              <a:rPr lang="ro-RO" smtClean="0"/>
              <a:pPr/>
              <a:t>03.04.2026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A78D4-658A-45E7-8BFA-5CC203620726}" type="slidenum">
              <a:rPr lang="ro-RO" smtClean="0"/>
              <a:pPr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34B5C-5B46-42AB-92ED-AF7371C4C1E7}" type="datetimeFigureOut">
              <a:rPr lang="ro-RO" smtClean="0"/>
              <a:pPr/>
              <a:t>03.04.2026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A78D4-658A-45E7-8BFA-5CC203620726}" type="slidenum">
              <a:rPr lang="ro-RO" smtClean="0"/>
              <a:pPr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34B5C-5B46-42AB-92ED-AF7371C4C1E7}" type="datetimeFigureOut">
              <a:rPr lang="ro-RO" smtClean="0"/>
              <a:pPr/>
              <a:t>03.04.2026</a:t>
            </a:fld>
            <a:endParaRPr lang="ro-R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A78D4-658A-45E7-8BFA-5CC203620726}" type="slidenum">
              <a:rPr lang="ro-RO" smtClean="0"/>
              <a:pPr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34B5C-5B46-42AB-92ED-AF7371C4C1E7}" type="datetimeFigureOut">
              <a:rPr lang="ro-RO" smtClean="0"/>
              <a:pPr/>
              <a:t>03.04.2026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A78D4-658A-45E7-8BFA-5CC203620726}" type="slidenum">
              <a:rPr lang="ro-RO" smtClean="0"/>
              <a:pPr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34B5C-5B46-42AB-92ED-AF7371C4C1E7}" type="datetimeFigureOut">
              <a:rPr lang="ro-RO" smtClean="0"/>
              <a:pPr/>
              <a:t>03.04.2026</a:t>
            </a:fld>
            <a:endParaRPr lang="ro-R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A78D4-658A-45E7-8BFA-5CC203620726}" type="slidenum">
              <a:rPr lang="ro-RO" smtClean="0"/>
              <a:pPr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34B5C-5B46-42AB-92ED-AF7371C4C1E7}" type="datetimeFigureOut">
              <a:rPr lang="ro-RO" smtClean="0"/>
              <a:pPr/>
              <a:t>03.04.2026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A78D4-658A-45E7-8BFA-5CC203620726}" type="slidenum">
              <a:rPr lang="ro-RO" smtClean="0"/>
              <a:pPr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34B5C-5B46-42AB-92ED-AF7371C4C1E7}" type="datetimeFigureOut">
              <a:rPr lang="ro-RO" smtClean="0"/>
              <a:pPr/>
              <a:t>03.04.2026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A78D4-658A-45E7-8BFA-5CC203620726}" type="slidenum">
              <a:rPr lang="ro-RO" smtClean="0"/>
              <a:pPr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34B5C-5B46-42AB-92ED-AF7371C4C1E7}" type="datetimeFigureOut">
              <a:rPr lang="ro-RO" smtClean="0"/>
              <a:pPr/>
              <a:t>03.04.2026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A78D4-658A-45E7-8BFA-5CC203620726}" type="slidenum">
              <a:rPr lang="ro-RO" smtClean="0"/>
              <a:pPr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34B5C-5B46-42AB-92ED-AF7371C4C1E7}" type="datetimeFigureOut">
              <a:rPr lang="ro-RO" smtClean="0"/>
              <a:pPr/>
              <a:t>03.04.2026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A78D4-658A-45E7-8BFA-5CC203620726}" type="slidenum">
              <a:rPr lang="ro-RO" smtClean="0"/>
              <a:pPr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234B5C-5B46-42AB-92ED-AF7371C4C1E7}" type="datetimeFigureOut">
              <a:rPr lang="ro-RO" smtClean="0"/>
              <a:pPr/>
              <a:t>03.04.2026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2A78D4-658A-45E7-8BFA-5CC20362072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nu.org/software/octave/download" TargetMode="External"/><Relationship Id="rId2" Type="http://schemas.openxmlformats.org/officeDocument/2006/relationships/hyperlink" Target="https://www.mathworks.com/matlabcentral/cody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octave-online.net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21" Type="http://schemas.openxmlformats.org/officeDocument/2006/relationships/image" Target="../media/image17.png"/><Relationship Id="rId42" Type="http://schemas.openxmlformats.org/officeDocument/2006/relationships/customXml" Target="../ink/ink21.xml"/><Relationship Id="rId47" Type="http://schemas.openxmlformats.org/officeDocument/2006/relationships/image" Target="../media/image30.png"/><Relationship Id="rId63" Type="http://schemas.openxmlformats.org/officeDocument/2006/relationships/image" Target="../media/image38.png"/><Relationship Id="rId68" Type="http://schemas.openxmlformats.org/officeDocument/2006/relationships/customXml" Target="../ink/ink34.xml"/><Relationship Id="rId84" Type="http://schemas.openxmlformats.org/officeDocument/2006/relationships/customXml" Target="../ink/ink42.xml"/><Relationship Id="rId89" Type="http://schemas.openxmlformats.org/officeDocument/2006/relationships/image" Target="../media/image51.png"/><Relationship Id="rId16" Type="http://schemas.openxmlformats.org/officeDocument/2006/relationships/customXml" Target="../ink/ink8.xml"/><Relationship Id="rId11" Type="http://schemas.openxmlformats.org/officeDocument/2006/relationships/image" Target="../media/image12.png"/><Relationship Id="rId32" Type="http://schemas.openxmlformats.org/officeDocument/2006/relationships/customXml" Target="../ink/ink16.xml"/><Relationship Id="rId37" Type="http://schemas.openxmlformats.org/officeDocument/2006/relationships/image" Target="../media/image25.png"/><Relationship Id="rId53" Type="http://schemas.openxmlformats.org/officeDocument/2006/relationships/image" Target="../media/image33.png"/><Relationship Id="rId58" Type="http://schemas.openxmlformats.org/officeDocument/2006/relationships/customXml" Target="../ink/ink29.xml"/><Relationship Id="rId74" Type="http://schemas.openxmlformats.org/officeDocument/2006/relationships/customXml" Target="../ink/ink37.xml"/><Relationship Id="rId79" Type="http://schemas.openxmlformats.org/officeDocument/2006/relationships/image" Target="../media/image46.png"/><Relationship Id="rId5" Type="http://schemas.openxmlformats.org/officeDocument/2006/relationships/image" Target="../media/image9.png"/><Relationship Id="rId90" Type="http://schemas.openxmlformats.org/officeDocument/2006/relationships/customXml" Target="../ink/ink45.xml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20.png"/><Relationship Id="rId30" Type="http://schemas.openxmlformats.org/officeDocument/2006/relationships/customXml" Target="../ink/ink15.xml"/><Relationship Id="rId35" Type="http://schemas.openxmlformats.org/officeDocument/2006/relationships/image" Target="../media/image24.png"/><Relationship Id="rId43" Type="http://schemas.openxmlformats.org/officeDocument/2006/relationships/image" Target="../media/image28.png"/><Relationship Id="rId48" Type="http://schemas.openxmlformats.org/officeDocument/2006/relationships/customXml" Target="../ink/ink24.xml"/><Relationship Id="rId56" Type="http://schemas.openxmlformats.org/officeDocument/2006/relationships/customXml" Target="../ink/ink28.xml"/><Relationship Id="rId64" Type="http://schemas.openxmlformats.org/officeDocument/2006/relationships/customXml" Target="../ink/ink32.xml"/><Relationship Id="rId69" Type="http://schemas.openxmlformats.org/officeDocument/2006/relationships/image" Target="../media/image41.png"/><Relationship Id="rId77" Type="http://schemas.openxmlformats.org/officeDocument/2006/relationships/image" Target="../media/image45.png"/><Relationship Id="rId8" Type="http://schemas.openxmlformats.org/officeDocument/2006/relationships/customXml" Target="../ink/ink4.xml"/><Relationship Id="rId51" Type="http://schemas.openxmlformats.org/officeDocument/2006/relationships/image" Target="../media/image32.png"/><Relationship Id="rId72" Type="http://schemas.openxmlformats.org/officeDocument/2006/relationships/customXml" Target="../ink/ink36.xml"/><Relationship Id="rId80" Type="http://schemas.openxmlformats.org/officeDocument/2006/relationships/customXml" Target="../ink/ink40.xml"/><Relationship Id="rId85" Type="http://schemas.openxmlformats.org/officeDocument/2006/relationships/image" Target="../media/image49.png"/><Relationship Id="rId3" Type="http://schemas.openxmlformats.org/officeDocument/2006/relationships/image" Target="../media/image8.png"/><Relationship Id="rId12" Type="http://schemas.openxmlformats.org/officeDocument/2006/relationships/customXml" Target="../ink/ink6.xml"/><Relationship Id="rId17" Type="http://schemas.openxmlformats.org/officeDocument/2006/relationships/image" Target="../media/image15.png"/><Relationship Id="rId25" Type="http://schemas.openxmlformats.org/officeDocument/2006/relationships/image" Target="../media/image19.png"/><Relationship Id="rId33" Type="http://schemas.openxmlformats.org/officeDocument/2006/relationships/image" Target="../media/image23.png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59" Type="http://schemas.openxmlformats.org/officeDocument/2006/relationships/image" Target="../media/image36.png"/><Relationship Id="rId67" Type="http://schemas.openxmlformats.org/officeDocument/2006/relationships/image" Target="../media/image40.png"/><Relationship Id="rId20" Type="http://schemas.openxmlformats.org/officeDocument/2006/relationships/customXml" Target="../ink/ink10.xml"/><Relationship Id="rId41" Type="http://schemas.openxmlformats.org/officeDocument/2006/relationships/image" Target="../media/image27.png"/><Relationship Id="rId54" Type="http://schemas.openxmlformats.org/officeDocument/2006/relationships/customXml" Target="../ink/ink27.xml"/><Relationship Id="rId62" Type="http://schemas.openxmlformats.org/officeDocument/2006/relationships/customXml" Target="../ink/ink31.xml"/><Relationship Id="rId70" Type="http://schemas.openxmlformats.org/officeDocument/2006/relationships/customXml" Target="../ink/ink35.xml"/><Relationship Id="rId75" Type="http://schemas.openxmlformats.org/officeDocument/2006/relationships/image" Target="../media/image44.png"/><Relationship Id="rId83" Type="http://schemas.openxmlformats.org/officeDocument/2006/relationships/image" Target="../media/image48.png"/><Relationship Id="rId88" Type="http://schemas.openxmlformats.org/officeDocument/2006/relationships/customXml" Target="../ink/ink44.xml"/><Relationship Id="rId91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5" Type="http://schemas.openxmlformats.org/officeDocument/2006/relationships/image" Target="../media/image14.png"/><Relationship Id="rId23" Type="http://schemas.openxmlformats.org/officeDocument/2006/relationships/image" Target="../media/image18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31.png"/><Relationship Id="rId57" Type="http://schemas.openxmlformats.org/officeDocument/2006/relationships/image" Target="../media/image35.png"/><Relationship Id="rId10" Type="http://schemas.openxmlformats.org/officeDocument/2006/relationships/customXml" Target="../ink/ink5.xml"/><Relationship Id="rId31" Type="http://schemas.openxmlformats.org/officeDocument/2006/relationships/image" Target="../media/image22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30.xml"/><Relationship Id="rId65" Type="http://schemas.openxmlformats.org/officeDocument/2006/relationships/image" Target="../media/image39.png"/><Relationship Id="rId73" Type="http://schemas.openxmlformats.org/officeDocument/2006/relationships/image" Target="../media/image43.png"/><Relationship Id="rId78" Type="http://schemas.openxmlformats.org/officeDocument/2006/relationships/customXml" Target="../ink/ink39.xml"/><Relationship Id="rId81" Type="http://schemas.openxmlformats.org/officeDocument/2006/relationships/image" Target="../media/image47.png"/><Relationship Id="rId86" Type="http://schemas.openxmlformats.org/officeDocument/2006/relationships/customXml" Target="../ink/ink43.xml"/><Relationship Id="rId4" Type="http://schemas.openxmlformats.org/officeDocument/2006/relationships/customXml" Target="../ink/ink2.xml"/><Relationship Id="rId9" Type="http://schemas.openxmlformats.org/officeDocument/2006/relationships/image" Target="../media/image11.png"/><Relationship Id="rId13" Type="http://schemas.openxmlformats.org/officeDocument/2006/relationships/image" Target="../media/image13.png"/><Relationship Id="rId18" Type="http://schemas.openxmlformats.org/officeDocument/2006/relationships/customXml" Target="../ink/ink9.xml"/><Relationship Id="rId39" Type="http://schemas.openxmlformats.org/officeDocument/2006/relationships/image" Target="../media/image26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34.png"/><Relationship Id="rId76" Type="http://schemas.openxmlformats.org/officeDocument/2006/relationships/customXml" Target="../ink/ink38.xml"/><Relationship Id="rId7" Type="http://schemas.openxmlformats.org/officeDocument/2006/relationships/image" Target="../media/image10.png"/><Relationship Id="rId71" Type="http://schemas.openxmlformats.org/officeDocument/2006/relationships/image" Target="../media/image42.png"/><Relationship Id="rId2" Type="http://schemas.openxmlformats.org/officeDocument/2006/relationships/customXml" Target="../ink/ink1.xml"/><Relationship Id="rId29" Type="http://schemas.openxmlformats.org/officeDocument/2006/relationships/image" Target="../media/image21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9.png"/><Relationship Id="rId66" Type="http://schemas.openxmlformats.org/officeDocument/2006/relationships/customXml" Target="../ink/ink33.xml"/><Relationship Id="rId87" Type="http://schemas.openxmlformats.org/officeDocument/2006/relationships/image" Target="../media/image50.png"/><Relationship Id="rId61" Type="http://schemas.openxmlformats.org/officeDocument/2006/relationships/image" Target="../media/image37.png"/><Relationship Id="rId82" Type="http://schemas.openxmlformats.org/officeDocument/2006/relationships/customXml" Target="../ink/ink41.xml"/><Relationship Id="rId19" Type="http://schemas.openxmlformats.org/officeDocument/2006/relationships/image" Target="../media/image16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7">
            <a:extLst>
              <a:ext uri="{FF2B5EF4-FFF2-40B4-BE49-F238E27FC236}">
                <a16:creationId xmlns:a16="http://schemas.microsoft.com/office/drawing/2014/main" id="{559AE206-7EBA-4D33-8BC9-9D8158553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8650" y="4555055"/>
            <a:ext cx="5174047" cy="1723125"/>
          </a:xfrm>
        </p:spPr>
        <p:txBody>
          <a:bodyPr anchor="ctr">
            <a:normAutofit/>
          </a:bodyPr>
          <a:lstStyle/>
          <a:p>
            <a:pPr algn="r"/>
            <a:r>
              <a:rPr lang="en-US" b="1" i="1"/>
              <a:t>Introducere in MATLAB</a:t>
            </a:r>
            <a:endParaRPr lang="ro-RO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56968" y="4555055"/>
            <a:ext cx="2537450" cy="1723125"/>
          </a:xfrm>
        </p:spPr>
        <p:txBody>
          <a:bodyPr anchor="ctr">
            <a:normAutofit/>
          </a:bodyPr>
          <a:lstStyle/>
          <a:p>
            <a:pPr algn="l"/>
            <a:fld id="{490E72C3-1899-4956-B494-FED4A7398EA8}" type="datetime5">
              <a:rPr lang="en-US" smtClean="0"/>
              <a:pPr algn="l"/>
              <a:t>3-Apr-26</a:t>
            </a:fld>
            <a:r>
              <a:rPr lang="en-US"/>
              <a:t> </a:t>
            </a:r>
            <a:endParaRPr lang="ro-RO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437D937-A7F1-4011-92B4-328E5BE1B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1425" y="1322610"/>
            <a:ext cx="1682850" cy="168284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672F332-AF08-46C6-94F0-77684310D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46253" y="2707205"/>
            <a:ext cx="721796" cy="72179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4244EF8-D73A-40E1-BE73-D46E6B4B04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44374" y="2603243"/>
            <a:ext cx="220271" cy="22027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B84D7E8-4ECB-42D7-ADBF-01689B0F24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29087" y="0"/>
            <a:ext cx="4814914" cy="3429000"/>
          </a:xfrm>
          <a:custGeom>
            <a:avLst/>
            <a:gdLst>
              <a:gd name="connsiteX0" fmla="*/ 0 w 5699887"/>
              <a:gd name="connsiteY0" fmla="*/ 0 h 4059244"/>
              <a:gd name="connsiteX1" fmla="*/ 5699887 w 5699887"/>
              <a:gd name="connsiteY1" fmla="*/ 0 h 4059244"/>
              <a:gd name="connsiteX2" fmla="*/ 5699887 w 5699887"/>
              <a:gd name="connsiteY2" fmla="*/ 3944096 h 4059244"/>
              <a:gd name="connsiteX3" fmla="*/ 5525775 w 5699887"/>
              <a:gd name="connsiteY3" fmla="*/ 3980429 h 4059244"/>
              <a:gd name="connsiteX4" fmla="*/ 4663256 w 5699887"/>
              <a:gd name="connsiteY4" fmla="*/ 4059244 h 4059244"/>
              <a:gd name="connsiteX5" fmla="*/ 8566 w 5699887"/>
              <a:gd name="connsiteY5" fmla="*/ 67422 h 4059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99887" h="4059244">
                <a:moveTo>
                  <a:pt x="0" y="0"/>
                </a:moveTo>
                <a:lnTo>
                  <a:pt x="5699887" y="0"/>
                </a:lnTo>
                <a:lnTo>
                  <a:pt x="5699887" y="3944096"/>
                </a:lnTo>
                <a:lnTo>
                  <a:pt x="5525775" y="3980429"/>
                </a:lnTo>
                <a:cubicBezTo>
                  <a:pt x="5246154" y="4032190"/>
                  <a:pt x="4957865" y="4059244"/>
                  <a:pt x="4663256" y="4059244"/>
                </a:cubicBezTo>
                <a:cubicBezTo>
                  <a:pt x="2306390" y="4059244"/>
                  <a:pt x="353936" y="2327747"/>
                  <a:pt x="8566" y="67422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E8E38ED-369A-44C2-B635-0BED0E48A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9834" y="4776880"/>
            <a:ext cx="0" cy="1303020"/>
          </a:xfrm>
          <a:prstGeom prst="line">
            <a:avLst/>
          </a:prstGeom>
          <a:ln w="19050" cap="sq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7">
            <a:extLst>
              <a:ext uri="{FF2B5EF4-FFF2-40B4-BE49-F238E27FC236}">
                <a16:creationId xmlns:a16="http://schemas.microsoft.com/office/drawing/2014/main" id="{8D70B121-56F4-4848-B38B-182089D90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241173" y="320040"/>
            <a:ext cx="8661654" cy="6217920"/>
          </a:xfrm>
          <a:prstGeom prst="rect">
            <a:avLst/>
          </a:prstGeom>
          <a:solidFill>
            <a:schemeClr val="tx1">
              <a:alpha val="8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963877"/>
            <a:ext cx="2620771" cy="4930246"/>
          </a:xfrm>
        </p:spPr>
        <p:txBody>
          <a:bodyPr>
            <a:normAutofit/>
          </a:bodyPr>
          <a:lstStyle/>
          <a:p>
            <a:pPr algn="r"/>
            <a:r>
              <a:rPr lang="en-US" sz="3700">
                <a:solidFill>
                  <a:schemeClr val="accent1"/>
                </a:solidFill>
              </a:rPr>
              <a:t>Generalitati</a:t>
            </a:r>
            <a:endParaRPr lang="ro-RO" sz="3700">
              <a:solidFill>
                <a:schemeClr val="accent1"/>
              </a:solidFill>
            </a:endParaRPr>
          </a:p>
        </p:txBody>
      </p:sp>
      <p:cxnSp>
        <p:nvCxnSpPr>
          <p:cNvPr id="15" name="Straight Connector 9">
            <a:extLst>
              <a:ext uri="{FF2B5EF4-FFF2-40B4-BE49-F238E27FC236}">
                <a16:creationId xmlns:a16="http://schemas.microsoft.com/office/drawing/2014/main" id="{2D72A2C9-F3CA-4216-8BAD-FA4C970C3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2023" y="963877"/>
            <a:ext cx="4783327" cy="4930246"/>
          </a:xfrm>
        </p:spPr>
        <p:txBody>
          <a:bodyPr anchor="ctr">
            <a:normAutofit/>
          </a:bodyPr>
          <a:lstStyle/>
          <a:p>
            <a:r>
              <a:rPr lang="en-US" sz="2100"/>
              <a:t>MATLAB </a:t>
            </a:r>
            <a:r>
              <a:rPr lang="en-US" sz="2100" err="1"/>
              <a:t>este</a:t>
            </a:r>
            <a:r>
              <a:rPr lang="en-US" sz="2100"/>
              <a:t> un </a:t>
            </a:r>
            <a:r>
              <a:rPr lang="en-US" sz="2100" err="1"/>
              <a:t>limbaj</a:t>
            </a:r>
            <a:r>
              <a:rPr lang="en-US" sz="2100"/>
              <a:t> de </a:t>
            </a:r>
            <a:r>
              <a:rPr lang="en-US" sz="2100" err="1"/>
              <a:t>programare</a:t>
            </a:r>
            <a:r>
              <a:rPr lang="en-US" sz="2100"/>
              <a:t> de tip scripting </a:t>
            </a:r>
            <a:r>
              <a:rPr lang="en-US" sz="2100" err="1"/>
              <a:t>pachet</a:t>
            </a:r>
            <a:r>
              <a:rPr lang="en-US" sz="2100"/>
              <a:t> de </a:t>
            </a:r>
            <a:r>
              <a:rPr lang="en-US" sz="2100" err="1"/>
              <a:t>programe</a:t>
            </a:r>
            <a:r>
              <a:rPr lang="en-US" sz="2100"/>
              <a:t> cu </a:t>
            </a:r>
            <a:r>
              <a:rPr lang="en-US" sz="2100" err="1"/>
              <a:t>multe</a:t>
            </a:r>
            <a:r>
              <a:rPr lang="en-US" sz="2100"/>
              <a:t> </a:t>
            </a:r>
            <a:r>
              <a:rPr lang="en-US" sz="2100" err="1"/>
              <a:t>functii</a:t>
            </a:r>
            <a:r>
              <a:rPr lang="en-US" sz="2100"/>
              <a:t> de tip built-in </a:t>
            </a:r>
            <a:r>
              <a:rPr lang="en-US" sz="2100" err="1"/>
              <a:t>dar</a:t>
            </a:r>
            <a:r>
              <a:rPr lang="en-US" sz="2100"/>
              <a:t> </a:t>
            </a:r>
            <a:r>
              <a:rPr lang="en-US" sz="2100" err="1"/>
              <a:t>si</a:t>
            </a:r>
            <a:r>
              <a:rPr lang="en-US" sz="2100"/>
              <a:t> cu </a:t>
            </a:r>
            <a:r>
              <a:rPr lang="en-US" sz="2100" err="1"/>
              <a:t>posibilitatea</a:t>
            </a:r>
            <a:r>
              <a:rPr lang="en-US" sz="2100"/>
              <a:t> de </a:t>
            </a:r>
            <a:r>
              <a:rPr lang="en-US" sz="2100" err="1"/>
              <a:t>creare</a:t>
            </a:r>
            <a:r>
              <a:rPr lang="en-US" sz="2100"/>
              <a:t> a </a:t>
            </a:r>
            <a:r>
              <a:rPr lang="en-US" sz="2100" err="1"/>
              <a:t>programelor</a:t>
            </a:r>
            <a:r>
              <a:rPr lang="en-US" sz="2100"/>
              <a:t> </a:t>
            </a:r>
            <a:r>
              <a:rPr lang="en-US" sz="2100" err="1"/>
              <a:t>proprii</a:t>
            </a:r>
            <a:r>
              <a:rPr lang="en-US" sz="2100"/>
              <a:t> care permit </a:t>
            </a:r>
            <a:r>
              <a:rPr lang="en-US" sz="2100" err="1"/>
              <a:t>invatarea</a:t>
            </a:r>
            <a:r>
              <a:rPr lang="en-US" sz="2100"/>
              <a:t> </a:t>
            </a:r>
            <a:r>
              <a:rPr lang="en-US" sz="2100" err="1"/>
              <a:t>mai</a:t>
            </a:r>
            <a:r>
              <a:rPr lang="en-US" sz="2100"/>
              <a:t> </a:t>
            </a:r>
            <a:r>
              <a:rPr lang="en-US" sz="2100" err="1"/>
              <a:t>usoara</a:t>
            </a:r>
            <a:r>
              <a:rPr lang="en-US" sz="2100"/>
              <a:t> a </a:t>
            </a:r>
            <a:r>
              <a:rPr lang="en-US" sz="2100" err="1"/>
              <a:t>metodelor</a:t>
            </a:r>
            <a:r>
              <a:rPr lang="en-US" sz="2100"/>
              <a:t> </a:t>
            </a:r>
            <a:r>
              <a:rPr lang="en-US" sz="2100" err="1"/>
              <a:t>numerice</a:t>
            </a:r>
            <a:r>
              <a:rPr lang="en-US" sz="2100"/>
              <a:t>.</a:t>
            </a:r>
          </a:p>
          <a:p>
            <a:r>
              <a:rPr lang="en-US" sz="2100"/>
              <a:t>MATLAB (matrix laboratory) </a:t>
            </a:r>
            <a:r>
              <a:rPr lang="en-US" sz="2100" err="1"/>
              <a:t>este</a:t>
            </a:r>
            <a:r>
              <a:rPr lang="en-US" sz="2100"/>
              <a:t> special </a:t>
            </a:r>
            <a:r>
              <a:rPr lang="en-US" sz="2100" err="1"/>
              <a:t>creat</a:t>
            </a:r>
            <a:r>
              <a:rPr lang="en-US" sz="2100"/>
              <a:t> </a:t>
            </a:r>
            <a:r>
              <a:rPr lang="en-US" sz="2100" err="1"/>
              <a:t>pentru</a:t>
            </a:r>
            <a:r>
              <a:rPr lang="en-US" sz="2100"/>
              <a:t> a </a:t>
            </a:r>
            <a:r>
              <a:rPr lang="en-US" sz="2100" err="1"/>
              <a:t>lucra</a:t>
            </a:r>
            <a:r>
              <a:rPr lang="en-US" sz="2100"/>
              <a:t> cu </a:t>
            </a:r>
            <a:r>
              <a:rPr lang="en-US" sz="2100" err="1"/>
              <a:t>matrici</a:t>
            </a:r>
            <a:r>
              <a:rPr lang="en-US" sz="2100"/>
              <a:t> </a:t>
            </a:r>
            <a:r>
              <a:rPr lang="en-US" sz="2100" err="1"/>
              <a:t>si</a:t>
            </a:r>
            <a:r>
              <a:rPr lang="en-US" sz="2100"/>
              <a:t> </a:t>
            </a:r>
            <a:r>
              <a:rPr lang="en-US" sz="2100" err="1"/>
              <a:t>vectori</a:t>
            </a:r>
            <a:r>
              <a:rPr lang="en-US" sz="2100"/>
              <a:t>.</a:t>
            </a:r>
            <a:endParaRPr lang="ro-RO" sz="2100"/>
          </a:p>
          <a:p>
            <a:endParaRPr lang="ro-RO" sz="2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AC388-E657-41E3-AEFB-8D5041877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Resurse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18C23-E06D-4B8E-99A0-C515251FF1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>
                <a:hlinkClick r:id="rId2"/>
              </a:rPr>
              <a:t>https://www.mathworks.com/products/matlab.html</a:t>
            </a:r>
          </a:p>
          <a:p>
            <a:r>
              <a:rPr lang="en-US">
                <a:hlinkClick r:id="rId2"/>
              </a:rPr>
              <a:t>MATLAB Cody - MATLAB Central (math</a:t>
            </a:r>
          </a:p>
          <a:p>
            <a:pPr marL="0" indent="0">
              <a:buNone/>
            </a:pPr>
            <a:r>
              <a:rPr lang="en-US">
                <a:hlinkClick r:id="rId2"/>
              </a:rPr>
              <a:t>  works.com)</a:t>
            </a:r>
            <a:endParaRPr lang="en-US"/>
          </a:p>
          <a:p>
            <a:pPr marL="0" indent="0">
              <a:buNone/>
            </a:pPr>
            <a:r>
              <a:rPr lang="en-US"/>
              <a:t>Octave – </a:t>
            </a:r>
            <a:r>
              <a:rPr lang="en-US" err="1"/>
              <a:t>varianta</a:t>
            </a:r>
            <a:r>
              <a:rPr lang="en-US"/>
              <a:t> free – f </a:t>
            </a:r>
            <a:r>
              <a:rPr lang="en-US" err="1"/>
              <a:t>asemanatoare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>
                <a:hlinkClick r:id="rId3"/>
              </a:rPr>
              <a:t>https://www.gnu.org/software/octave/download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r>
              <a:rPr lang="en-US">
                <a:hlinkClick r:id="rId4"/>
              </a:rPr>
              <a:t>https://octave-online.net/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204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en-US">
                <a:solidFill>
                  <a:schemeClr val="accent1"/>
                </a:solidFill>
              </a:rPr>
              <a:t>Interfata MATLAB</a:t>
            </a:r>
            <a:endParaRPr lang="ro-RO">
              <a:solidFill>
                <a:schemeClr val="accent1"/>
              </a:solidFill>
            </a:endParaRPr>
          </a:p>
        </p:txBody>
      </p:sp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/>
        <p:txBody>
          <a:bodyPr anchor="ctr">
            <a:normAutofit fontScale="92500" lnSpcReduction="20000"/>
          </a:bodyPr>
          <a:lstStyle/>
          <a:p>
            <a:pPr marL="342900" lvl="1" indent="-342900">
              <a:lnSpc>
                <a:spcPct val="90000"/>
              </a:lnSpc>
              <a:buFont typeface="Arial" pitchFamily="34" charset="0"/>
              <a:buChar char="•"/>
            </a:pPr>
            <a:r>
              <a:rPr lang="en-US" sz="1600"/>
              <a:t>Dupa lansarea programului MATLAB se va deschide o fereastra de comanda  Command Window ce poate fi recunoscuta prin prompterul &gt;&gt;.</a:t>
            </a:r>
            <a:endParaRPr lang="ro-RO" sz="1600"/>
          </a:p>
          <a:p>
            <a:pPr>
              <a:lnSpc>
                <a:spcPct val="90000"/>
              </a:lnSpc>
            </a:pPr>
            <a:r>
              <a:rPr lang="en-US" sz="1600"/>
              <a:t>La linia de comanda se pot tasta comenzi MATLAB, functii predefinite, numele unor programe sau ale unor functii scrise de utilizator.</a:t>
            </a:r>
            <a:endParaRPr lang="ro-RO" sz="1600"/>
          </a:p>
          <a:p>
            <a:pPr>
              <a:lnSpc>
                <a:spcPct val="90000"/>
              </a:lnSpc>
            </a:pPr>
            <a:r>
              <a:rPr lang="en-US" sz="1600">
                <a:highlight>
                  <a:srgbClr val="FFFF00"/>
                </a:highlight>
              </a:rPr>
              <a:t>Interfata grafica </a:t>
            </a:r>
            <a:r>
              <a:rPr lang="en-US" sz="1600"/>
              <a:t>MATLAB include cateva zone: </a:t>
            </a:r>
            <a:endParaRPr lang="ro-RO" sz="1600"/>
          </a:p>
          <a:p>
            <a:pPr lvl="1">
              <a:lnSpc>
                <a:spcPct val="90000"/>
              </a:lnSpc>
            </a:pPr>
            <a:r>
              <a:rPr lang="en-US" sz="1600">
                <a:highlight>
                  <a:srgbClr val="FFFF00"/>
                </a:highlight>
              </a:rPr>
              <a:t>meniul</a:t>
            </a:r>
            <a:r>
              <a:rPr lang="en-US" sz="1600"/>
              <a:t> cu comenzi si tab-uri in partea de sus</a:t>
            </a:r>
            <a:endParaRPr lang="ro-RO" sz="1600"/>
          </a:p>
          <a:p>
            <a:pPr lvl="1">
              <a:lnSpc>
                <a:spcPct val="90000"/>
              </a:lnSpc>
            </a:pPr>
            <a:r>
              <a:rPr lang="en-US" sz="1600">
                <a:highlight>
                  <a:srgbClr val="FFFF00"/>
                </a:highlight>
              </a:rPr>
              <a:t>Command Window </a:t>
            </a:r>
            <a:r>
              <a:rPr lang="en-US" sz="1600"/>
              <a:t>– fereastra in care se introduc comenzile </a:t>
            </a:r>
            <a:endParaRPr lang="ro-RO" sz="1600"/>
          </a:p>
          <a:p>
            <a:pPr lvl="1">
              <a:lnSpc>
                <a:spcPct val="90000"/>
              </a:lnSpc>
            </a:pPr>
            <a:r>
              <a:rPr lang="en-US" sz="1600">
                <a:highlight>
                  <a:srgbClr val="FFFF00"/>
                </a:highlight>
              </a:rPr>
              <a:t>Workspace</a:t>
            </a:r>
            <a:r>
              <a:rPr lang="en-US" sz="1600"/>
              <a:t> - in care apar toate variabilele create la linia de comanda sau importate din fisiere in timpul sesiunii curente </a:t>
            </a:r>
            <a:endParaRPr lang="ro-RO" sz="1600"/>
          </a:p>
          <a:p>
            <a:pPr lvl="1">
              <a:lnSpc>
                <a:spcPct val="90000"/>
              </a:lnSpc>
            </a:pPr>
            <a:r>
              <a:rPr lang="en-US" sz="1600">
                <a:highlight>
                  <a:srgbClr val="FFFF00"/>
                </a:highlight>
              </a:rPr>
              <a:t>Command History </a:t>
            </a:r>
            <a:r>
              <a:rPr lang="en-US" sz="1600"/>
              <a:t>– pt a vedea si rula comenzi care au fost introduse la linia de comanda</a:t>
            </a:r>
          </a:p>
          <a:p>
            <a:pPr lvl="1">
              <a:lnSpc>
                <a:spcPct val="90000"/>
              </a:lnSpc>
            </a:pPr>
            <a:r>
              <a:rPr lang="en-US" sz="1600">
                <a:highlight>
                  <a:srgbClr val="FFFF00"/>
                </a:highlight>
              </a:rPr>
              <a:t>Curent Folder </a:t>
            </a:r>
            <a:r>
              <a:rPr lang="en-US" sz="1600"/>
              <a:t>-  este afisat continutul directorului curent; poate fi modificat din dreapta sus</a:t>
            </a:r>
            <a:endParaRPr lang="ro-RO" sz="1600"/>
          </a:p>
          <a:p>
            <a:pPr>
              <a:lnSpc>
                <a:spcPct val="90000"/>
              </a:lnSpc>
              <a:buNone/>
            </a:pPr>
            <a:endParaRPr lang="ro-RO" sz="160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AA53C4-1E54-4FBD-895A-EBD31E286C5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0" y="978728"/>
            <a:ext cx="8686800" cy="4599971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954BC45-41B5-4EF3-8332-F120CD9FE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Interfata</a:t>
            </a:r>
            <a:r>
              <a:rPr lang="en-US"/>
              <a:t> Octave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69841340-BCA8-4B93-82D3-ECA9B3C5661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38305" y="1245302"/>
            <a:ext cx="4038600" cy="2270603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A2EC789-0837-40B3-9916-FEEA9A7802A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347773" y="1245302"/>
            <a:ext cx="8622867" cy="4847994"/>
          </a:xfr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4EB8028-6847-44EC-8FEB-4D2B501B67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80" y="3645024"/>
            <a:ext cx="5436096" cy="3056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875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29577-7A5D-4E54-844C-33A46C7AC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Octave online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C407909-3526-4DB5-A9B2-B8D6443579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7507" y="1600200"/>
            <a:ext cx="7708986" cy="4525963"/>
          </a:xfrm>
        </p:spPr>
      </p:pic>
    </p:spTree>
    <p:extLst>
      <p:ext uri="{BB962C8B-B14F-4D97-AF65-F5344CB8AC3E}">
        <p14:creationId xmlns:p14="http://schemas.microsoft.com/office/powerpoint/2010/main" val="365520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err="1"/>
              <a:t>Input/Output</a:t>
            </a:r>
            <a:r>
              <a:rPr lang="en-US"/>
              <a:t> din </a:t>
            </a:r>
            <a:r>
              <a:rPr lang="en-US" err="1"/>
              <a:t>linia</a:t>
            </a:r>
            <a:r>
              <a:rPr lang="en-US"/>
              <a:t> de </a:t>
            </a:r>
            <a:r>
              <a:rPr lang="en-US" err="1"/>
              <a:t>comanda</a:t>
            </a:r>
            <a:br>
              <a:rPr lang="en-US"/>
            </a:br>
            <a:r>
              <a:rPr lang="en-US" b="1" err="1"/>
              <a:t>Valori</a:t>
            </a:r>
            <a:r>
              <a:rPr lang="en-US" b="1"/>
              <a:t> </a:t>
            </a:r>
            <a:r>
              <a:rPr lang="en-US" b="1" err="1"/>
              <a:t>scalare</a:t>
            </a:r>
            <a:br>
              <a:rPr lang="ro-RO" b="1"/>
            </a:b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/>
              <a:t>In MATLAB </a:t>
            </a:r>
            <a:r>
              <a:rPr lang="en-US" err="1"/>
              <a:t>putem</a:t>
            </a:r>
            <a:r>
              <a:rPr lang="en-US"/>
              <a:t> </a:t>
            </a:r>
            <a:r>
              <a:rPr lang="en-US" err="1"/>
              <a:t>crea</a:t>
            </a:r>
            <a:r>
              <a:rPr lang="en-US"/>
              <a:t> </a:t>
            </a:r>
            <a:r>
              <a:rPr lang="en-US" err="1"/>
              <a:t>si</a:t>
            </a:r>
            <a:r>
              <a:rPr lang="en-US"/>
              <a:t> </a:t>
            </a:r>
            <a:r>
              <a:rPr lang="en-US" err="1"/>
              <a:t>initializa</a:t>
            </a:r>
            <a:r>
              <a:rPr lang="en-US"/>
              <a:t> </a:t>
            </a:r>
            <a:r>
              <a:rPr lang="en-US" err="1"/>
              <a:t>variabile</a:t>
            </a:r>
            <a:r>
              <a:rPr lang="en-US"/>
              <a:t> </a:t>
            </a:r>
            <a:r>
              <a:rPr lang="en-US" err="1"/>
              <a:t>prin</a:t>
            </a:r>
            <a:r>
              <a:rPr lang="en-US"/>
              <a:t> </a:t>
            </a:r>
            <a:r>
              <a:rPr lang="en-US" err="1"/>
              <a:t>tastarea</a:t>
            </a:r>
            <a:r>
              <a:rPr lang="en-US"/>
              <a:t> </a:t>
            </a:r>
            <a:r>
              <a:rPr lang="en-US" err="1"/>
              <a:t>numelui</a:t>
            </a:r>
            <a:r>
              <a:rPr lang="en-US"/>
              <a:t> </a:t>
            </a:r>
            <a:r>
              <a:rPr lang="en-US" err="1"/>
              <a:t>acestora</a:t>
            </a:r>
            <a:r>
              <a:rPr lang="en-US"/>
              <a:t> </a:t>
            </a:r>
            <a:r>
              <a:rPr lang="en-US" err="1"/>
              <a:t>si</a:t>
            </a:r>
            <a:r>
              <a:rPr lang="en-US"/>
              <a:t> </a:t>
            </a:r>
            <a:r>
              <a:rPr lang="en-US" err="1"/>
              <a:t>urmat</a:t>
            </a:r>
            <a:r>
              <a:rPr lang="en-US"/>
              <a:t> de </a:t>
            </a:r>
            <a:r>
              <a:rPr lang="en-US" err="1"/>
              <a:t>valoare</a:t>
            </a:r>
            <a:r>
              <a:rPr lang="en-US"/>
              <a:t>.</a:t>
            </a:r>
            <a:endParaRPr lang="ro-RO"/>
          </a:p>
          <a:p>
            <a:r>
              <a:rPr lang="en-US"/>
              <a:t>&gt;&gt; a=1</a:t>
            </a:r>
            <a:endParaRPr lang="ro-RO"/>
          </a:p>
          <a:p>
            <a:r>
              <a:rPr lang="en-US"/>
              <a:t>a =</a:t>
            </a:r>
            <a:endParaRPr lang="ro-RO"/>
          </a:p>
          <a:p>
            <a:r>
              <a:rPr lang="en-US"/>
              <a:t>   1 </a:t>
            </a:r>
            <a:endParaRPr lang="ro-RO"/>
          </a:p>
          <a:p>
            <a:r>
              <a:rPr lang="en-US"/>
              <a:t>&gt;&gt; b=10</a:t>
            </a:r>
            <a:endParaRPr lang="ro-RO"/>
          </a:p>
          <a:p>
            <a:r>
              <a:rPr lang="en-US"/>
              <a:t>b =</a:t>
            </a:r>
            <a:endParaRPr lang="ro-RO"/>
          </a:p>
          <a:p>
            <a:r>
              <a:rPr lang="en-US"/>
              <a:t> 10</a:t>
            </a:r>
            <a:endParaRPr lang="ro-RO"/>
          </a:p>
          <a:p>
            <a:r>
              <a:rPr lang="en-US"/>
              <a:t>&gt;&gt; c=</a:t>
            </a:r>
            <a:r>
              <a:rPr lang="en-US" err="1"/>
              <a:t>a+b</a:t>
            </a:r>
            <a:endParaRPr lang="ro-RO"/>
          </a:p>
          <a:p>
            <a:r>
              <a:rPr lang="en-US"/>
              <a:t>c =</a:t>
            </a:r>
            <a:endParaRPr lang="ro-RO"/>
          </a:p>
          <a:p>
            <a:r>
              <a:rPr lang="en-US"/>
              <a:t> 11</a:t>
            </a:r>
            <a:endParaRPr lang="ro-RO"/>
          </a:p>
          <a:p>
            <a:endParaRPr lang="ro-RO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err="1"/>
              <a:t>Putem</a:t>
            </a:r>
            <a:r>
              <a:rPr lang="en-US"/>
              <a:t> </a:t>
            </a:r>
            <a:r>
              <a:rPr lang="en-US" err="1"/>
              <a:t>scrie</a:t>
            </a:r>
            <a:r>
              <a:rPr lang="en-US"/>
              <a:t> </a:t>
            </a:r>
            <a:r>
              <a:rPr lang="en-US" err="1"/>
              <a:t>expresii</a:t>
            </a:r>
            <a:r>
              <a:rPr lang="en-US"/>
              <a:t> </a:t>
            </a:r>
            <a:r>
              <a:rPr lang="en-US" err="1"/>
              <a:t>fara</a:t>
            </a:r>
            <a:r>
              <a:rPr lang="en-US"/>
              <a:t> </a:t>
            </a:r>
            <a:r>
              <a:rPr lang="en-US" err="1"/>
              <a:t>sa</a:t>
            </a:r>
            <a:r>
              <a:rPr lang="en-US"/>
              <a:t> </a:t>
            </a:r>
            <a:r>
              <a:rPr lang="en-US" err="1"/>
              <a:t>avem</a:t>
            </a:r>
            <a:r>
              <a:rPr lang="en-US"/>
              <a:t> o </a:t>
            </a:r>
            <a:r>
              <a:rPr lang="en-US" err="1"/>
              <a:t>variabila</a:t>
            </a:r>
            <a:r>
              <a:rPr lang="en-US"/>
              <a:t> output care </a:t>
            </a:r>
            <a:r>
              <a:rPr lang="en-US" err="1"/>
              <a:t>sa</a:t>
            </a:r>
            <a:r>
              <a:rPr lang="en-US"/>
              <a:t> </a:t>
            </a:r>
            <a:r>
              <a:rPr lang="en-US" err="1"/>
              <a:t>preia</a:t>
            </a:r>
            <a:r>
              <a:rPr lang="en-US"/>
              <a:t> </a:t>
            </a:r>
            <a:r>
              <a:rPr lang="en-US" err="1"/>
              <a:t>valoarea</a:t>
            </a:r>
            <a:r>
              <a:rPr lang="en-US"/>
              <a:t> </a:t>
            </a:r>
            <a:r>
              <a:rPr lang="en-US" err="1"/>
              <a:t>rezultatului</a:t>
            </a:r>
            <a:r>
              <a:rPr lang="en-US"/>
              <a:t> </a:t>
            </a:r>
            <a:r>
              <a:rPr lang="en-US" err="1"/>
              <a:t>expresiei</a:t>
            </a:r>
            <a:endParaRPr lang="ro-RO"/>
          </a:p>
          <a:p>
            <a:r>
              <a:rPr lang="en-US"/>
              <a:t>&gt;&gt; a*b</a:t>
            </a:r>
            <a:endParaRPr lang="ro-RO"/>
          </a:p>
          <a:p>
            <a:r>
              <a:rPr lang="en-US" err="1"/>
              <a:t>ans</a:t>
            </a:r>
            <a:r>
              <a:rPr lang="en-US"/>
              <a:t> =</a:t>
            </a:r>
            <a:endParaRPr lang="ro-RO"/>
          </a:p>
          <a:p>
            <a:r>
              <a:rPr lang="en-US"/>
              <a:t> 10</a:t>
            </a:r>
            <a:endParaRPr lang="ro-RO"/>
          </a:p>
          <a:p>
            <a:r>
              <a:rPr lang="en-US"/>
              <a:t>In </a:t>
            </a:r>
            <a:r>
              <a:rPr lang="en-US" err="1"/>
              <a:t>acest</a:t>
            </a:r>
            <a:r>
              <a:rPr lang="en-US"/>
              <a:t> </a:t>
            </a:r>
            <a:r>
              <a:rPr lang="en-US" err="1"/>
              <a:t>caz</a:t>
            </a:r>
            <a:r>
              <a:rPr lang="en-US"/>
              <a:t> MATLAB </a:t>
            </a:r>
            <a:r>
              <a:rPr lang="en-US" err="1"/>
              <a:t>foloseste</a:t>
            </a:r>
            <a:r>
              <a:rPr lang="en-US"/>
              <a:t> </a:t>
            </a:r>
            <a:r>
              <a:rPr lang="en-US" err="1"/>
              <a:t>variabila</a:t>
            </a:r>
            <a:r>
              <a:rPr lang="en-US"/>
              <a:t> </a:t>
            </a:r>
            <a:r>
              <a:rPr lang="en-US" err="1"/>
              <a:t>ans</a:t>
            </a:r>
            <a:r>
              <a:rPr lang="en-US"/>
              <a:t> </a:t>
            </a:r>
            <a:r>
              <a:rPr lang="en-US" err="1"/>
              <a:t>pentru</a:t>
            </a:r>
            <a:r>
              <a:rPr lang="en-US"/>
              <a:t> a </a:t>
            </a:r>
            <a:r>
              <a:rPr lang="en-US" err="1"/>
              <a:t>memora</a:t>
            </a:r>
            <a:r>
              <a:rPr lang="en-US"/>
              <a:t> </a:t>
            </a:r>
            <a:r>
              <a:rPr lang="en-US" err="1"/>
              <a:t>rezultatul</a:t>
            </a:r>
            <a:r>
              <a:rPr lang="en-US"/>
              <a:t>.</a:t>
            </a:r>
            <a:endParaRPr lang="ro-RO"/>
          </a:p>
          <a:p>
            <a:endParaRPr lang="ro-RO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o-RO"/>
              <a:t>Daca nu dorim sa vedem rezultatul executarii comenzii  &gt;&gt;a = 1 putem pune la sfarsit ;.</a:t>
            </a:r>
          </a:p>
          <a:p>
            <a:r>
              <a:rPr lang="ro-RO"/>
              <a:t>De ex, </a:t>
            </a:r>
          </a:p>
          <a:p>
            <a:r>
              <a:rPr lang="ro-RO"/>
              <a:t>&gt;&gt; a=9;</a:t>
            </a:r>
          </a:p>
          <a:p>
            <a:r>
              <a:rPr lang="ro-RO"/>
              <a:t>&gt;&gt; b=3;</a:t>
            </a:r>
          </a:p>
          <a:p>
            <a:r>
              <a:rPr lang="ro-RO"/>
              <a:t>&gt;&gt; c=25;</a:t>
            </a:r>
          </a:p>
          <a:p>
            <a:r>
              <a:rPr lang="ro-RO"/>
              <a:t>&gt;&gt; p=a*b+b*c+c*a</a:t>
            </a:r>
          </a:p>
          <a:p>
            <a:r>
              <a:rPr lang="ro-RO"/>
              <a:t>p =</a:t>
            </a:r>
          </a:p>
          <a:p>
            <a:r>
              <a:rPr lang="ro-RO"/>
              <a:t> 327</a:t>
            </a:r>
          </a:p>
          <a:p>
            <a:endParaRPr lang="ro-RO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o-RO"/>
              <a:t>In MATLAB exista functii predefinite, cum ar fi cele trigonometrice care pot fi apelate la linia de comanda</a:t>
            </a:r>
            <a:endParaRPr lang="en-US"/>
          </a:p>
          <a:p>
            <a:r>
              <a:rPr lang="ro-RO"/>
              <a:t>De ex,</a:t>
            </a:r>
          </a:p>
          <a:p>
            <a:r>
              <a:rPr lang="ro-RO"/>
              <a:t>&gt;&gt; cos(2*pi)</a:t>
            </a:r>
          </a:p>
          <a:p>
            <a:r>
              <a:rPr lang="ro-RO"/>
              <a:t>ans =</a:t>
            </a:r>
          </a:p>
          <a:p>
            <a:r>
              <a:rPr lang="ro-RO"/>
              <a:t> 1</a:t>
            </a:r>
          </a:p>
          <a:p>
            <a:r>
              <a:rPr lang="ro-RO"/>
              <a:t>&gt;&gt; sin(a)</a:t>
            </a:r>
          </a:p>
          <a:p>
            <a:r>
              <a:rPr lang="ro-RO"/>
              <a:t>ans =</a:t>
            </a:r>
          </a:p>
          <a:p>
            <a:r>
              <a:rPr lang="ro-RO"/>
              <a:t>    0.4121</a:t>
            </a:r>
            <a:endParaRPr lang="en-US"/>
          </a:p>
          <a:p>
            <a:r>
              <a:rPr lang="en-US"/>
              <a:t>Pt </a:t>
            </a:r>
            <a:r>
              <a:rPr lang="en-US" err="1"/>
              <a:t>putere</a:t>
            </a:r>
            <a:r>
              <a:rPr lang="en-US"/>
              <a:t> se </a:t>
            </a:r>
            <a:r>
              <a:rPr lang="en-US" err="1"/>
              <a:t>foloseste</a:t>
            </a:r>
            <a:r>
              <a:rPr lang="en-US"/>
              <a:t> </a:t>
            </a:r>
            <a:r>
              <a:rPr lang="en-US" err="1"/>
              <a:t>operatorul</a:t>
            </a:r>
            <a:r>
              <a:rPr lang="en-US"/>
              <a:t> ^</a:t>
            </a:r>
          </a:p>
          <a:p>
            <a:r>
              <a:rPr lang="ro-RO"/>
              <a:t>&gt;&gt; 2^3</a:t>
            </a:r>
          </a:p>
          <a:p>
            <a:r>
              <a:rPr lang="ro-RO" err="1"/>
              <a:t>ans</a:t>
            </a:r>
            <a:r>
              <a:rPr lang="ro-RO"/>
              <a:t> =  8</a:t>
            </a:r>
          </a:p>
          <a:p>
            <a:endParaRPr lang="ro-RO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38D38-BF94-4BA2-B135-28C6BDE80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E9376-18BB-4857-BBD4-2FC091644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23700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o-RO"/>
              <a:t>De asemenea, daca ne aflam la linia de comanda si apasam tastele  sus sau jos putem regasi intreaga lista de comenzi pe care le-am dat de la inceputul sesiunii de lucru si putem alege una din ele, o putem modifica dupa cum dorim.</a:t>
            </a:r>
          </a:p>
          <a:p>
            <a:r>
              <a:rPr lang="ro-RO"/>
              <a:t>Un istoric al acestor comenzi se gaseste si in fereastra </a:t>
            </a:r>
            <a:r>
              <a:rPr lang="ro-RO">
                <a:solidFill>
                  <a:srgbClr val="FF0000"/>
                </a:solidFill>
              </a:rPr>
              <a:t>Command History </a:t>
            </a:r>
            <a:r>
              <a:rPr lang="ro-RO"/>
              <a:t>si daca facem dublu-clic pe una din ele atunci aceasta comanda se incarca automat la linia de comanda.</a:t>
            </a:r>
          </a:p>
          <a:p>
            <a:r>
              <a:rPr lang="ro-RO"/>
              <a:t> Comentariile in MATLAB sunt linii precedate de %</a:t>
            </a:r>
          </a:p>
          <a:p>
            <a:endParaRPr lang="ro-RO"/>
          </a:p>
          <a:p>
            <a:endParaRPr lang="ro-RO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F122F-F5CB-4978-9E8C-0D32DA7F5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AD416-6F92-425A-8387-1FA5D6975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&gt;&gt; clear a %</a:t>
            </a:r>
            <a:r>
              <a:rPr lang="en-US" err="1"/>
              <a:t>sterge</a:t>
            </a:r>
            <a:r>
              <a:rPr lang="en-US"/>
              <a:t> </a:t>
            </a:r>
            <a:r>
              <a:rPr lang="en-US" err="1"/>
              <a:t>variabila</a:t>
            </a:r>
            <a:r>
              <a:rPr lang="en-US"/>
              <a:t> a</a:t>
            </a:r>
          </a:p>
          <a:p>
            <a:pPr marL="0" indent="0">
              <a:buNone/>
            </a:pPr>
            <a:r>
              <a:rPr lang="en-US"/>
              <a:t>&gt;&gt; clear % </a:t>
            </a:r>
            <a:r>
              <a:rPr lang="en-US" err="1"/>
              <a:t>sterge</a:t>
            </a:r>
            <a:r>
              <a:rPr lang="en-US"/>
              <a:t> </a:t>
            </a:r>
            <a:r>
              <a:rPr lang="en-US" err="1"/>
              <a:t>toate</a:t>
            </a:r>
            <a:r>
              <a:rPr lang="en-US"/>
              <a:t> </a:t>
            </a:r>
            <a:r>
              <a:rPr lang="en-US" err="1"/>
              <a:t>variabilele</a:t>
            </a:r>
            <a:r>
              <a:rPr lang="en-US"/>
              <a:t> din </a:t>
            </a:r>
            <a:r>
              <a:rPr lang="en-US" err="1"/>
              <a:t>memorie</a:t>
            </a:r>
            <a:endParaRPr lang="en-US"/>
          </a:p>
          <a:p>
            <a:pPr marL="0" indent="0">
              <a:buNone/>
            </a:pPr>
            <a:r>
              <a:rPr lang="en-US"/>
              <a:t>&gt;&gt; diary </a:t>
            </a:r>
            <a:r>
              <a:rPr lang="en-US" err="1">
                <a:highlight>
                  <a:srgbClr val="FFFF00"/>
                </a:highlight>
              </a:rPr>
              <a:t>numefisier</a:t>
            </a:r>
            <a:r>
              <a:rPr lang="en-US"/>
              <a:t> %</a:t>
            </a:r>
            <a:r>
              <a:rPr lang="en-US" err="1"/>
              <a:t>salveaza</a:t>
            </a:r>
            <a:r>
              <a:rPr lang="en-US"/>
              <a:t> </a:t>
            </a:r>
            <a:r>
              <a:rPr lang="en-US" err="1"/>
              <a:t>intr</a:t>
            </a:r>
            <a:r>
              <a:rPr lang="en-US"/>
              <a:t>-un </a:t>
            </a:r>
            <a:r>
              <a:rPr lang="en-US" err="1"/>
              <a:t>fisier</a:t>
            </a:r>
            <a:r>
              <a:rPr lang="en-US"/>
              <a:t> text cu </a:t>
            </a:r>
            <a:r>
              <a:rPr lang="en-US" err="1"/>
              <a:t>numele</a:t>
            </a:r>
            <a:r>
              <a:rPr lang="en-US"/>
              <a:t> </a:t>
            </a:r>
            <a:r>
              <a:rPr lang="en-US" err="1">
                <a:highlight>
                  <a:srgbClr val="FFFF00"/>
                </a:highlight>
              </a:rPr>
              <a:t>numefisier</a:t>
            </a:r>
            <a:r>
              <a:rPr lang="en-US"/>
              <a:t>, un transcript al </a:t>
            </a:r>
            <a:r>
              <a:rPr lang="en-US" err="1"/>
              <a:t>sesiunii</a:t>
            </a:r>
            <a:r>
              <a:rPr lang="en-US"/>
              <a:t> </a:t>
            </a:r>
            <a:r>
              <a:rPr lang="en-US" err="1"/>
              <a:t>matlab</a:t>
            </a:r>
            <a:r>
              <a:rPr lang="en-US"/>
              <a:t> </a:t>
            </a:r>
            <a:r>
              <a:rPr lang="en-US" err="1"/>
              <a:t>pana</a:t>
            </a:r>
            <a:r>
              <a:rPr lang="en-US"/>
              <a:t> </a:t>
            </a:r>
            <a:r>
              <a:rPr lang="en-US" err="1"/>
              <a:t>cand</a:t>
            </a:r>
            <a:r>
              <a:rPr lang="en-US"/>
              <a:t> se </a:t>
            </a:r>
            <a:r>
              <a:rPr lang="en-US" err="1"/>
              <a:t>tasteaza</a:t>
            </a:r>
            <a:endParaRPr lang="en-US"/>
          </a:p>
          <a:p>
            <a:pPr marL="0" indent="0">
              <a:buNone/>
            </a:pPr>
            <a:r>
              <a:rPr lang="en-US"/>
              <a:t>&gt;&gt; diary off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3893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 err="1">
                <a:solidFill>
                  <a:srgbClr val="FFFFFF"/>
                </a:solidFill>
              </a:rPr>
              <a:t>Exercitiu</a:t>
            </a:r>
            <a:endParaRPr lang="ro-RO" sz="3500">
              <a:solidFill>
                <a:srgbClr val="FFFFFF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607694" y="649480"/>
                <a:ext cx="4916510" cy="5546047"/>
              </a:xfrm>
            </p:spPr>
            <p:txBody>
              <a:bodyPr anchor="ctr">
                <a:normAutofit/>
              </a:bodyPr>
              <a:lstStyle/>
              <a:p>
                <a:r>
                  <a:rPr lang="en-US" sz="1700" err="1"/>
                  <a:t>Scrieti</a:t>
                </a:r>
                <a:r>
                  <a:rPr lang="en-US" sz="1700"/>
                  <a:t> un set de </a:t>
                </a:r>
                <a:r>
                  <a:rPr lang="en-US" sz="1700" err="1"/>
                  <a:t>comenzi</a:t>
                </a:r>
                <a:r>
                  <a:rPr lang="en-US" sz="1700"/>
                  <a:t> </a:t>
                </a:r>
                <a:r>
                  <a:rPr lang="en-US" sz="1700" err="1"/>
                  <a:t>pt</a:t>
                </a:r>
                <a:r>
                  <a:rPr lang="en-US" sz="1700"/>
                  <a:t> a </a:t>
                </a:r>
                <a:r>
                  <a:rPr lang="en-US" sz="1700" err="1"/>
                  <a:t>calcula</a:t>
                </a:r>
                <a:endParaRPr lang="en-US" sz="1700"/>
              </a:p>
              <a:p>
                <a:r>
                  <a:rPr lang="en-US" sz="1700"/>
                  <a:t>P=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sz="1700" b="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700" b="0" i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m:rPr>
                                <m:sty m:val="p"/>
                              </m:rPr>
                              <a:rPr lang="el-GR" sz="1700" b="0" i="1"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a:rPr lang="en-US" sz="1700" b="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700" b="0" i="1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r>
                              <a:rPr lang="en-US" sz="1700" b="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</m:num>
                      <m:den>
                        <m:sSup>
                          <m:sSupPr>
                            <m:ctrlPr>
                              <a:rPr lang="en-US" sz="17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700" b="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1700" b="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1700"/>
                  <a:t>      </a:t>
                </a:r>
                <a:r>
                  <a:rPr lang="en-US" sz="1700" err="1"/>
                  <a:t>pentru</a:t>
                </a:r>
                <a:r>
                  <a:rPr lang="en-US" sz="1700"/>
                  <a:t> x=.1, .01 </a:t>
                </a:r>
                <a:r>
                  <a:rPr lang="en-US" sz="1700" err="1"/>
                  <a:t>si</a:t>
                </a:r>
                <a:r>
                  <a:rPr lang="en-US" sz="1700"/>
                  <a:t> .001</a:t>
                </a:r>
              </a:p>
              <a:p>
                <a:endParaRPr lang="en-US" sz="1700"/>
              </a:p>
              <a:p>
                <a:endParaRPr lang="en-US" sz="1700"/>
              </a:p>
              <a:p>
                <a:r>
                  <a:rPr lang="en-US" sz="1700" err="1"/>
                  <a:t>Urmariti</a:t>
                </a:r>
                <a:r>
                  <a:rPr lang="en-US" sz="1700"/>
                  <a:t> </a:t>
                </a:r>
                <a:r>
                  <a:rPr lang="en-US" sz="1700" err="1"/>
                  <a:t>ce</a:t>
                </a:r>
                <a:r>
                  <a:rPr lang="en-US" sz="1700"/>
                  <a:t> se </a:t>
                </a:r>
                <a:r>
                  <a:rPr lang="en-US" sz="1700" err="1"/>
                  <a:t>intampla</a:t>
                </a:r>
                <a:r>
                  <a:rPr lang="en-US" sz="1700"/>
                  <a:t> in </a:t>
                </a:r>
                <a:r>
                  <a:rPr lang="en-US" sz="1700" err="1"/>
                  <a:t>ferestrele</a:t>
                </a:r>
                <a:r>
                  <a:rPr lang="en-US" sz="1700"/>
                  <a:t> Command Window, History, Workspace</a:t>
                </a:r>
              </a:p>
              <a:p>
                <a:pPr marL="0" indent="0">
                  <a:buNone/>
                </a:pPr>
                <a:endParaRPr lang="ro-RO" sz="170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07694" y="649480"/>
                <a:ext cx="4916510" cy="5546047"/>
              </a:xfrm>
              <a:blipFill>
                <a:blip r:embed="rId2"/>
                <a:stretch>
                  <a:fillRect l="-6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 err="1">
                <a:solidFill>
                  <a:srgbClr val="FFFFFF"/>
                </a:solidFill>
              </a:rPr>
              <a:t>Exercitiu</a:t>
            </a:r>
            <a:endParaRPr lang="ro-RO" sz="350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r>
              <a:rPr lang="en-US" sz="1700" err="1"/>
              <a:t>Scrieti</a:t>
            </a:r>
            <a:r>
              <a:rPr lang="en-US" sz="1700"/>
              <a:t> un set de </a:t>
            </a:r>
            <a:r>
              <a:rPr lang="en-US" sz="1700" err="1"/>
              <a:t>comenzi</a:t>
            </a:r>
            <a:r>
              <a:rPr lang="en-US" sz="1700"/>
              <a:t> </a:t>
            </a:r>
            <a:r>
              <a:rPr lang="en-US" sz="1700" err="1"/>
              <a:t>pt</a:t>
            </a:r>
            <a:r>
              <a:rPr lang="en-US" sz="1700"/>
              <a:t> a </a:t>
            </a:r>
            <a:r>
              <a:rPr lang="en-US" sz="1700" err="1"/>
              <a:t>calcula</a:t>
            </a:r>
            <a:r>
              <a:rPr lang="en-US" sz="1700"/>
              <a:t> </a:t>
            </a:r>
            <a:r>
              <a:rPr lang="en-US" sz="1700" err="1"/>
              <a:t>volumul</a:t>
            </a:r>
            <a:r>
              <a:rPr lang="en-US" sz="1700"/>
              <a:t> </a:t>
            </a:r>
            <a:r>
              <a:rPr lang="en-US" sz="1700" err="1"/>
              <a:t>unei</a:t>
            </a:r>
            <a:r>
              <a:rPr lang="en-US" sz="1700"/>
              <a:t> pizza cu </a:t>
            </a:r>
            <a:r>
              <a:rPr lang="en-US" sz="1700" err="1"/>
              <a:t>raza</a:t>
            </a:r>
            <a:r>
              <a:rPr lang="en-US" sz="1700"/>
              <a:t> z </a:t>
            </a:r>
            <a:r>
              <a:rPr lang="en-US" sz="1700" err="1"/>
              <a:t>si</a:t>
            </a:r>
            <a:r>
              <a:rPr lang="en-US" sz="1700"/>
              <a:t> </a:t>
            </a:r>
            <a:r>
              <a:rPr lang="en-US" sz="1700" err="1"/>
              <a:t>grosimea</a:t>
            </a:r>
            <a:r>
              <a:rPr lang="en-US" sz="1700"/>
              <a:t> a </a:t>
            </a:r>
            <a:r>
              <a:rPr lang="en-US" sz="1700" err="1"/>
              <a:t>pentru</a:t>
            </a:r>
            <a:r>
              <a:rPr lang="en-US" sz="1700"/>
              <a:t> z=15cm </a:t>
            </a:r>
            <a:r>
              <a:rPr lang="en-US" sz="1700" err="1"/>
              <a:t>si</a:t>
            </a:r>
            <a:r>
              <a:rPr lang="en-US" sz="1700"/>
              <a:t> a=0.75cm.</a:t>
            </a:r>
          </a:p>
          <a:p>
            <a:endParaRPr lang="en-US" sz="1700"/>
          </a:p>
          <a:p>
            <a:endParaRPr lang="en-US" sz="1700"/>
          </a:p>
          <a:p>
            <a:pPr marL="0" indent="0">
              <a:buNone/>
            </a:pPr>
            <a:endParaRPr lang="ro-RO" sz="1700"/>
          </a:p>
        </p:txBody>
      </p:sp>
    </p:spTree>
    <p:extLst>
      <p:ext uri="{BB962C8B-B14F-4D97-AF65-F5344CB8AC3E}">
        <p14:creationId xmlns:p14="http://schemas.microsoft.com/office/powerpoint/2010/main" val="537353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4114800" cy="1143000"/>
          </a:xfrm>
        </p:spPr>
        <p:txBody>
          <a:bodyPr/>
          <a:lstStyle/>
          <a:p>
            <a:r>
              <a:rPr lang="ro-RO"/>
              <a:t>Vectori si matrici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987008" cy="5069160"/>
          </a:xfrm>
        </p:spPr>
        <p:txBody>
          <a:bodyPr>
            <a:normAutofit fontScale="92500" lnSpcReduction="10000"/>
          </a:bodyPr>
          <a:lstStyle/>
          <a:p>
            <a:r>
              <a:rPr lang="ro-RO"/>
              <a:t>In Matlab, obiectele de baza sunt matricile si vectorii si putem lucra direct cu matrici si vectori</a:t>
            </a:r>
          </a:p>
          <a:p>
            <a:r>
              <a:rPr lang="en-US"/>
              <a:t>A =</a:t>
            </a:r>
            <a:r>
              <a:rPr lang="ro-RO"/>
              <a:t>matrice   2 linii si 3 coloane</a:t>
            </a:r>
          </a:p>
          <a:p>
            <a:r>
              <a:rPr lang="ro-RO"/>
              <a:t>&gt;&gt;A=[3  7  9 ; 5  8  1]</a:t>
            </a:r>
          </a:p>
          <a:p>
            <a:r>
              <a:rPr lang="ro-RO"/>
              <a:t>A =</a:t>
            </a:r>
          </a:p>
          <a:p>
            <a:r>
              <a:rPr lang="ro-RO"/>
              <a:t> 3 7 9</a:t>
            </a:r>
          </a:p>
          <a:p>
            <a:r>
              <a:rPr lang="ro-RO"/>
              <a:t> 5 8 1</a:t>
            </a:r>
          </a:p>
          <a:p>
            <a:r>
              <a:rPr lang="ro-RO"/>
              <a:t> Observati ca introducerea matricii se face pe linii, cu ; intre acestea.</a:t>
            </a:r>
          </a:p>
          <a:p>
            <a:endParaRPr lang="ro-RO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4C259E52-E9BA-4E43-9CE2-007BBF92F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088" y="-101812"/>
            <a:ext cx="3962953" cy="303889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o-RO"/>
              <a:t>vector   </a:t>
            </a:r>
            <a:r>
              <a:rPr lang="en-US"/>
              <a:t>V </a:t>
            </a:r>
            <a:r>
              <a:rPr lang="ro-RO"/>
              <a:t>se </a:t>
            </a:r>
            <a:r>
              <a:rPr lang="ro-RO" err="1"/>
              <a:t>numeste</a:t>
            </a:r>
            <a:r>
              <a:rPr lang="ro-RO"/>
              <a:t> </a:t>
            </a:r>
            <a:r>
              <a:rPr lang="ro-RO">
                <a:solidFill>
                  <a:srgbClr val="FF0000"/>
                </a:solidFill>
              </a:rPr>
              <a:t>vector coloana </a:t>
            </a:r>
            <a:r>
              <a:rPr lang="ro-RO" err="1"/>
              <a:t>pt</a:t>
            </a:r>
            <a:r>
              <a:rPr lang="ro-RO"/>
              <a:t> ca are 1 singura coloana </a:t>
            </a:r>
            <a:endParaRPr lang="en-US"/>
          </a:p>
          <a:p>
            <a:r>
              <a:rPr lang="en-US"/>
              <a:t>W = </a:t>
            </a:r>
            <a:r>
              <a:rPr lang="ro-RO">
                <a:solidFill>
                  <a:srgbClr val="FF0000"/>
                </a:solidFill>
              </a:rPr>
              <a:t>vector linie </a:t>
            </a:r>
            <a:r>
              <a:rPr lang="ro-RO" err="1"/>
              <a:t>pt</a:t>
            </a:r>
            <a:r>
              <a:rPr lang="ro-RO"/>
              <a:t> ca are 1 singura linie.</a:t>
            </a:r>
          </a:p>
          <a:p>
            <a:r>
              <a:rPr lang="ro-RO"/>
              <a:t>&gt;&gt; V=[7; -1; 5]</a:t>
            </a:r>
          </a:p>
          <a:p>
            <a:r>
              <a:rPr lang="ro-RO"/>
              <a:t>V =</a:t>
            </a:r>
          </a:p>
          <a:p>
            <a:r>
              <a:rPr lang="ro-RO"/>
              <a:t>  7</a:t>
            </a:r>
          </a:p>
          <a:p>
            <a:r>
              <a:rPr lang="ro-RO"/>
              <a:t> -1</a:t>
            </a:r>
          </a:p>
          <a:p>
            <a:r>
              <a:rPr lang="ro-RO"/>
              <a:t>  5</a:t>
            </a:r>
          </a:p>
          <a:p>
            <a:r>
              <a:rPr lang="ro-RO"/>
              <a:t>&gt;&gt; W=[3  2  1]</a:t>
            </a:r>
          </a:p>
          <a:p>
            <a:r>
              <a:rPr lang="ro-RO"/>
              <a:t>W =</a:t>
            </a:r>
          </a:p>
          <a:p>
            <a:r>
              <a:rPr lang="ro-RO"/>
              <a:t> 3 2 1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527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Indici</a:t>
            </a:r>
            <a:r>
              <a:rPr lang="en-US"/>
              <a:t> </a:t>
            </a:r>
            <a:r>
              <a:rPr lang="en-US" err="1"/>
              <a:t>vectori</a:t>
            </a:r>
            <a:r>
              <a:rPr lang="en-US"/>
              <a:t> </a:t>
            </a:r>
            <a:r>
              <a:rPr lang="en-US" err="1"/>
              <a:t>si</a:t>
            </a:r>
            <a:r>
              <a:rPr lang="en-US"/>
              <a:t> </a:t>
            </a:r>
            <a:r>
              <a:rPr lang="en-US" err="1"/>
              <a:t>matrici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 fontScale="77500" lnSpcReduction="20000"/>
          </a:bodyPr>
          <a:lstStyle/>
          <a:p>
            <a:r>
              <a:rPr lang="ro-RO"/>
              <a:t>In MATLAB indicii vectorilor incep de la 1. La fel si ai matricillor. </a:t>
            </a:r>
            <a:endParaRPr lang="en-US"/>
          </a:p>
          <a:p>
            <a:endParaRPr lang="en-US"/>
          </a:p>
          <a:p>
            <a:r>
              <a:rPr lang="ro-RO"/>
              <a:t>De ex,</a:t>
            </a:r>
          </a:p>
          <a:p>
            <a:r>
              <a:rPr lang="ro-RO"/>
              <a:t>&gt;&gt; V(1)</a:t>
            </a:r>
          </a:p>
          <a:p>
            <a:r>
              <a:rPr lang="ro-RO"/>
              <a:t>ans =</a:t>
            </a:r>
          </a:p>
          <a:p>
            <a:r>
              <a:rPr lang="ro-RO"/>
              <a:t> 7</a:t>
            </a:r>
          </a:p>
          <a:p>
            <a:r>
              <a:rPr lang="ro-RO"/>
              <a:t>&gt;&gt; W(2)</a:t>
            </a:r>
          </a:p>
          <a:p>
            <a:r>
              <a:rPr lang="ro-RO"/>
              <a:t>ans =</a:t>
            </a:r>
          </a:p>
          <a:p>
            <a:r>
              <a:rPr lang="ro-RO"/>
              <a:t> 2</a:t>
            </a:r>
          </a:p>
          <a:p>
            <a:r>
              <a:rPr lang="ro-RO"/>
              <a:t>&gt;&gt; A(1,1)</a:t>
            </a:r>
          </a:p>
          <a:p>
            <a:r>
              <a:rPr lang="ro-RO"/>
              <a:t>ans =</a:t>
            </a:r>
          </a:p>
          <a:p>
            <a:r>
              <a:rPr lang="ro-RO"/>
              <a:t> 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&gt;&gt; A(2,3)</a:t>
            </a:r>
          </a:p>
          <a:p>
            <a:r>
              <a:rPr lang="ro-RO"/>
              <a:t>ans =</a:t>
            </a:r>
          </a:p>
          <a:p>
            <a:r>
              <a:rPr lang="ro-RO"/>
              <a:t> 1</a:t>
            </a:r>
          </a:p>
          <a:p>
            <a:r>
              <a:rPr lang="ro-RO"/>
              <a:t>&gt;&gt; A(3,2)</a:t>
            </a:r>
          </a:p>
          <a:p>
            <a:r>
              <a:rPr lang="ro-RO"/>
              <a:t>Error: index is out of bounds</a:t>
            </a:r>
          </a:p>
          <a:p>
            <a:r>
              <a:rPr lang="ro-RO"/>
              <a:t>Am obtinut o eroare pt ca am incercat sa accesam un element care nu exista in matrice.</a:t>
            </a:r>
          </a:p>
          <a:p>
            <a:endParaRPr lang="ro-RO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lang="ro-RO"/>
              <a:t>Se po</a:t>
            </a:r>
            <a:r>
              <a:rPr lang="en-US"/>
              <a:t>t</a:t>
            </a:r>
            <a:r>
              <a:rPr lang="ro-RO"/>
              <a:t> extrage si sectiuni dintr-o matrice sau vector folosind operatorul :</a:t>
            </a:r>
          </a:p>
          <a:p>
            <a:r>
              <a:rPr lang="ro-RO"/>
              <a:t> </a:t>
            </a:r>
          </a:p>
          <a:p>
            <a:r>
              <a:rPr lang="ro-RO"/>
              <a:t>&gt;&gt; A(:,2)</a:t>
            </a:r>
          </a:p>
          <a:p>
            <a:r>
              <a:rPr lang="ro-RO"/>
              <a:t>ans =</a:t>
            </a:r>
          </a:p>
          <a:p>
            <a:r>
              <a:rPr lang="ro-RO"/>
              <a:t> 7</a:t>
            </a:r>
          </a:p>
          <a:p>
            <a:r>
              <a:rPr lang="ro-RO"/>
              <a:t> 8</a:t>
            </a:r>
          </a:p>
          <a:p>
            <a:r>
              <a:rPr lang="ro-RO"/>
              <a:t>&gt;&gt; A(1:2,2:3)</a:t>
            </a:r>
          </a:p>
          <a:p>
            <a:r>
              <a:rPr lang="ro-RO"/>
              <a:t>ans =</a:t>
            </a:r>
          </a:p>
          <a:p>
            <a:r>
              <a:rPr lang="ro-RO"/>
              <a:t> 7 9</a:t>
            </a:r>
          </a:p>
          <a:p>
            <a:r>
              <a:rPr lang="ro-RO"/>
              <a:t> 8 1</a:t>
            </a:r>
          </a:p>
          <a:p>
            <a:endParaRPr lang="ro-RO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Operatorul</a:t>
            </a:r>
            <a:r>
              <a:rPr lang="en-US"/>
              <a:t> :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err="1"/>
              <a:t>Operatorul</a:t>
            </a:r>
            <a:r>
              <a:rPr lang="en-US"/>
              <a:t> : are </a:t>
            </a:r>
            <a:r>
              <a:rPr lang="en-US" err="1"/>
              <a:t>doua</a:t>
            </a:r>
            <a:r>
              <a:rPr lang="en-US"/>
              <a:t> </a:t>
            </a:r>
            <a:r>
              <a:rPr lang="en-US" err="1"/>
              <a:t>moduri</a:t>
            </a:r>
            <a:r>
              <a:rPr lang="en-US"/>
              <a:t> de </a:t>
            </a:r>
            <a:r>
              <a:rPr lang="en-US" err="1"/>
              <a:t>utilizare</a:t>
            </a:r>
            <a:endParaRPr lang="en-US"/>
          </a:p>
          <a:p>
            <a:pPr lvl="1"/>
            <a:r>
              <a:rPr lang="en-US"/>
              <a:t>cu </a:t>
            </a:r>
            <a:r>
              <a:rPr lang="en-US" err="1"/>
              <a:t>doi</a:t>
            </a:r>
            <a:r>
              <a:rPr lang="en-US"/>
              <a:t> </a:t>
            </a:r>
            <a:r>
              <a:rPr lang="en-US" err="1"/>
              <a:t>operanzi</a:t>
            </a:r>
            <a:endParaRPr lang="en-US"/>
          </a:p>
          <a:p>
            <a:pPr lvl="1">
              <a:buNone/>
            </a:pPr>
            <a:r>
              <a:rPr lang="en-US"/>
              <a:t>De ex: </a:t>
            </a:r>
          </a:p>
          <a:p>
            <a:pPr lvl="1">
              <a:buNone/>
            </a:pPr>
            <a:r>
              <a:rPr lang="en-US"/>
              <a:t>      y=a:c</a:t>
            </a:r>
          </a:p>
          <a:p>
            <a:pPr lvl="1">
              <a:buNone/>
            </a:pPr>
            <a:r>
              <a:rPr lang="en-US" err="1"/>
              <a:t>Inseamna</a:t>
            </a:r>
            <a:r>
              <a:rPr lang="en-US"/>
              <a:t> ca y </a:t>
            </a:r>
            <a:r>
              <a:rPr lang="en-US" err="1"/>
              <a:t>este</a:t>
            </a:r>
            <a:r>
              <a:rPr lang="en-US"/>
              <a:t> un vector cu </a:t>
            </a:r>
            <a:r>
              <a:rPr lang="en-US" err="1"/>
              <a:t>valorile</a:t>
            </a:r>
            <a:r>
              <a:rPr lang="en-US"/>
              <a:t> [a a+1 a+2...c]</a:t>
            </a:r>
          </a:p>
          <a:p>
            <a:pPr lvl="1"/>
            <a:r>
              <a:rPr lang="en-US"/>
              <a:t>cu </a:t>
            </a:r>
            <a:r>
              <a:rPr lang="en-US" err="1"/>
              <a:t>trei</a:t>
            </a:r>
            <a:r>
              <a:rPr lang="en-US"/>
              <a:t> </a:t>
            </a:r>
            <a:r>
              <a:rPr lang="en-US" err="1"/>
              <a:t>operanzi</a:t>
            </a:r>
            <a:endParaRPr lang="en-US"/>
          </a:p>
          <a:p>
            <a:pPr lvl="1">
              <a:buNone/>
            </a:pPr>
            <a:r>
              <a:rPr lang="en-US"/>
              <a:t>De ex, </a:t>
            </a:r>
          </a:p>
          <a:p>
            <a:pPr lvl="1">
              <a:buNone/>
            </a:pPr>
            <a:r>
              <a:rPr lang="en-US"/>
              <a:t>y=a:b:c</a:t>
            </a:r>
          </a:p>
          <a:p>
            <a:pPr lvl="1">
              <a:buNone/>
            </a:pPr>
            <a:r>
              <a:rPr lang="en-US" err="1"/>
              <a:t>Inseamna</a:t>
            </a:r>
            <a:r>
              <a:rPr lang="en-US"/>
              <a:t> ca y </a:t>
            </a:r>
            <a:r>
              <a:rPr lang="en-US" err="1"/>
              <a:t>este</a:t>
            </a:r>
            <a:r>
              <a:rPr lang="en-US"/>
              <a:t> un vector cu </a:t>
            </a:r>
            <a:r>
              <a:rPr lang="en-US" err="1"/>
              <a:t>valorile</a:t>
            </a:r>
            <a:r>
              <a:rPr lang="en-US"/>
              <a:t> [a </a:t>
            </a:r>
            <a:r>
              <a:rPr lang="en-US" err="1"/>
              <a:t>a+b</a:t>
            </a:r>
            <a:r>
              <a:rPr lang="en-US"/>
              <a:t> a+2b...c]</a:t>
            </a:r>
            <a:endParaRPr lang="ro-RO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Exemple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o-RO"/>
              <a:t>&gt;&gt; y=1:4</a:t>
            </a:r>
          </a:p>
          <a:p>
            <a:r>
              <a:rPr lang="ro-RO"/>
              <a:t>y =</a:t>
            </a:r>
          </a:p>
          <a:p>
            <a:r>
              <a:rPr lang="ro-RO"/>
              <a:t> 1 2 3 4</a:t>
            </a:r>
          </a:p>
          <a:p>
            <a:r>
              <a:rPr lang="ro-RO"/>
              <a:t>&gt;&gt; y=-2:0.5:2</a:t>
            </a:r>
          </a:p>
          <a:p>
            <a:r>
              <a:rPr lang="ro-RO"/>
              <a:t>y =</a:t>
            </a:r>
          </a:p>
          <a:p>
            <a:r>
              <a:rPr lang="ro-RO"/>
              <a:t>   -2.0000   -1.5000   -1.0000   -0.5000         0    0.5000    1.0000    1.5000    2.0000</a:t>
            </a:r>
          </a:p>
          <a:p>
            <a:r>
              <a:rPr lang="ro-RO"/>
              <a:t>&gt;&gt; y=2:1</a:t>
            </a:r>
          </a:p>
          <a:p>
            <a:r>
              <a:rPr lang="ro-RO"/>
              <a:t>y =</a:t>
            </a:r>
          </a:p>
          <a:p>
            <a:r>
              <a:rPr lang="ro-RO"/>
              <a:t>  Empty array 1x0</a:t>
            </a:r>
          </a:p>
          <a:p>
            <a:pPr>
              <a:buNone/>
            </a:pPr>
            <a:endParaRPr lang="ro-RO"/>
          </a:p>
          <a:p>
            <a:endParaRPr lang="ro-RO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o-RO"/>
              <a:t>&gt;&gt; y=2:2</a:t>
            </a:r>
          </a:p>
          <a:p>
            <a:r>
              <a:rPr lang="ro-RO"/>
              <a:t>y =</a:t>
            </a:r>
          </a:p>
          <a:p>
            <a:r>
              <a:rPr lang="ro-RO"/>
              <a:t> 2</a:t>
            </a:r>
          </a:p>
          <a:p>
            <a:r>
              <a:rPr lang="ro-RO"/>
              <a:t>&gt;&gt; y=5:-1:0</a:t>
            </a:r>
          </a:p>
          <a:p>
            <a:r>
              <a:rPr lang="ro-RO"/>
              <a:t>y =</a:t>
            </a:r>
          </a:p>
          <a:p>
            <a:r>
              <a:rPr lang="ro-RO"/>
              <a:t> 5 4 3 2 1 0</a:t>
            </a:r>
          </a:p>
          <a:p>
            <a:r>
              <a:rPr lang="ro-RO"/>
              <a:t>&gt;&gt; y=5:-1:9</a:t>
            </a:r>
          </a:p>
          <a:p>
            <a:r>
              <a:rPr lang="ro-RO"/>
              <a:t>y =</a:t>
            </a:r>
          </a:p>
          <a:p>
            <a:r>
              <a:rPr lang="ro-RO"/>
              <a:t>  Empty array 1x0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8F37C-1552-4348-954C-046C023E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Functia</a:t>
            </a:r>
            <a:r>
              <a:rPr lang="en-US"/>
              <a:t> size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F1A7B-360E-4B40-B892-B6DCEC2E1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/>
              <a:t>&gt;&gt; size(A)</a:t>
            </a:r>
          </a:p>
          <a:p>
            <a:r>
              <a:rPr lang="fr-FR"/>
              <a:t>ans =</a:t>
            </a:r>
          </a:p>
          <a:p>
            <a:endParaRPr lang="fr-FR"/>
          </a:p>
          <a:p>
            <a:r>
              <a:rPr lang="fr-FR"/>
              <a:t>   2   3</a:t>
            </a:r>
          </a:p>
          <a:p>
            <a:endParaRPr lang="fr-FR"/>
          </a:p>
          <a:p>
            <a:r>
              <a:rPr lang="fr-FR"/>
              <a:t>&gt;&gt; size(A,1)</a:t>
            </a:r>
          </a:p>
          <a:p>
            <a:r>
              <a:rPr lang="fr-FR"/>
              <a:t>ans =  2</a:t>
            </a:r>
          </a:p>
          <a:p>
            <a:r>
              <a:rPr lang="fr-FR"/>
              <a:t>&gt;&gt; size(A,2)</a:t>
            </a:r>
          </a:p>
          <a:p>
            <a:r>
              <a:rPr lang="fr-FR"/>
              <a:t>ans =  3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7635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31A5F-8507-4EEB-8B2B-D61466FFE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Functia</a:t>
            </a:r>
            <a:r>
              <a:rPr lang="en-US"/>
              <a:t> size vs. functie length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608DC-9191-4C18-AF91-FC7F56FCE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/>
              <a:t>&gt;&gt; v=[2 3 4 5]</a:t>
            </a:r>
          </a:p>
          <a:p>
            <a:r>
              <a:rPr lang="fr-FR"/>
              <a:t>v =</a:t>
            </a:r>
          </a:p>
          <a:p>
            <a:endParaRPr lang="fr-FR"/>
          </a:p>
          <a:p>
            <a:r>
              <a:rPr lang="fr-FR"/>
              <a:t>   2   3   4   5</a:t>
            </a:r>
          </a:p>
          <a:p>
            <a:endParaRPr lang="fr-FR"/>
          </a:p>
          <a:p>
            <a:r>
              <a:rPr lang="fr-FR"/>
              <a:t>&gt;&gt; size(v)</a:t>
            </a:r>
          </a:p>
          <a:p>
            <a:r>
              <a:rPr lang="fr-FR"/>
              <a:t>ans =</a:t>
            </a:r>
          </a:p>
          <a:p>
            <a:endParaRPr lang="fr-FR"/>
          </a:p>
          <a:p>
            <a:r>
              <a:rPr lang="fr-FR"/>
              <a:t>   1   4</a:t>
            </a:r>
          </a:p>
          <a:p>
            <a:endParaRPr lang="fr-FR"/>
          </a:p>
          <a:p>
            <a:r>
              <a:rPr lang="fr-FR"/>
              <a:t>&gt;&gt; </a:t>
            </a:r>
            <a:r>
              <a:rPr lang="fr-FR" err="1"/>
              <a:t>length</a:t>
            </a:r>
            <a:r>
              <a:rPr lang="fr-FR"/>
              <a:t>(v)</a:t>
            </a:r>
          </a:p>
          <a:p>
            <a:r>
              <a:rPr lang="fr-FR"/>
              <a:t>ans =  4</a:t>
            </a:r>
          </a:p>
          <a:p>
            <a:r>
              <a:rPr lang="en-US"/>
              <a:t> 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5543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71B1A-BCD8-442D-BC83-827AE0B35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Functia</a:t>
            </a:r>
            <a:r>
              <a:rPr lang="en-US"/>
              <a:t> size vs. functie length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6BE9D-CB15-44C1-A0A7-D758E5B50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fontScale="62500" lnSpcReduction="20000"/>
          </a:bodyPr>
          <a:lstStyle/>
          <a:p>
            <a:r>
              <a:rPr lang="en-US"/>
              <a:t>&gt;&gt; A</a:t>
            </a:r>
          </a:p>
          <a:p>
            <a:r>
              <a:rPr lang="en-US"/>
              <a:t>A =</a:t>
            </a:r>
          </a:p>
          <a:p>
            <a:endParaRPr lang="en-US"/>
          </a:p>
          <a:p>
            <a:r>
              <a:rPr lang="en-US"/>
              <a:t>   3   7   9</a:t>
            </a:r>
          </a:p>
          <a:p>
            <a:r>
              <a:rPr lang="en-US"/>
              <a:t>   5   8   1</a:t>
            </a:r>
          </a:p>
          <a:p>
            <a:endParaRPr lang="en-US"/>
          </a:p>
          <a:p>
            <a:r>
              <a:rPr lang="en-US"/>
              <a:t>&gt;&gt; length(A)</a:t>
            </a:r>
          </a:p>
          <a:p>
            <a:r>
              <a:rPr lang="en-US" err="1"/>
              <a:t>ans</a:t>
            </a:r>
            <a:r>
              <a:rPr lang="en-US"/>
              <a:t> =  3</a:t>
            </a:r>
          </a:p>
          <a:p>
            <a:r>
              <a:rPr lang="en-US"/>
              <a:t>&gt;&gt; B</a:t>
            </a:r>
          </a:p>
          <a:p>
            <a:r>
              <a:rPr lang="en-US"/>
              <a:t>B =</a:t>
            </a:r>
          </a:p>
          <a:p>
            <a:endParaRPr lang="en-US"/>
          </a:p>
          <a:p>
            <a:r>
              <a:rPr lang="en-US"/>
              <a:t>   1   0</a:t>
            </a:r>
          </a:p>
          <a:p>
            <a:r>
              <a:rPr lang="en-US"/>
              <a:t>   3   2</a:t>
            </a:r>
          </a:p>
          <a:p>
            <a:r>
              <a:rPr lang="en-US"/>
              <a:t>   4   5</a:t>
            </a:r>
          </a:p>
          <a:p>
            <a:endParaRPr lang="en-US"/>
          </a:p>
          <a:p>
            <a:r>
              <a:rPr lang="en-US"/>
              <a:t>&gt;&gt; length(B)</a:t>
            </a:r>
          </a:p>
          <a:p>
            <a:r>
              <a:rPr lang="en-US" err="1"/>
              <a:t>ans</a:t>
            </a:r>
            <a:r>
              <a:rPr lang="en-US"/>
              <a:t> =  3</a:t>
            </a:r>
          </a:p>
        </p:txBody>
      </p:sp>
    </p:spTree>
    <p:extLst>
      <p:ext uri="{BB962C8B-B14F-4D97-AF65-F5344CB8AC3E}">
        <p14:creationId xmlns:p14="http://schemas.microsoft.com/office/powerpoint/2010/main" val="40105153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84411-856D-4D7C-AA82-5455C0793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1C59A-0477-47B2-8C18-38C6AEFC73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4525963"/>
          </a:xfrm>
        </p:spPr>
        <p:txBody>
          <a:bodyPr>
            <a:normAutofit fontScale="85000" lnSpcReduction="10000"/>
          </a:bodyPr>
          <a:lstStyle/>
          <a:p>
            <a:r>
              <a:rPr lang="en-US"/>
              <a:t>&gt;&gt; help length</a:t>
            </a:r>
          </a:p>
          <a:p>
            <a:endParaRPr lang="en-US"/>
          </a:p>
          <a:p>
            <a:r>
              <a:rPr lang="en-US"/>
              <a:t> -- length (A)</a:t>
            </a:r>
          </a:p>
          <a:p>
            <a:r>
              <a:rPr lang="en-US"/>
              <a:t>     Return the length of the object A.</a:t>
            </a:r>
          </a:p>
          <a:p>
            <a:endParaRPr lang="en-US"/>
          </a:p>
          <a:p>
            <a:r>
              <a:rPr lang="en-US" sz="2600"/>
              <a:t>     The length is 0 for empty objects, 1 for scalars, and the number   of</a:t>
            </a:r>
          </a:p>
          <a:p>
            <a:r>
              <a:rPr lang="en-US" sz="2600"/>
              <a:t>     elements for vectors.  For matrix or N-dimensional objects, the</a:t>
            </a:r>
          </a:p>
          <a:p>
            <a:r>
              <a:rPr lang="en-US" sz="2600"/>
              <a:t>     length is the number of elements along the largest dimension</a:t>
            </a:r>
          </a:p>
          <a:p>
            <a:r>
              <a:rPr lang="en-US" sz="2600"/>
              <a:t>     (equivalent to 'max (size (A))').</a:t>
            </a:r>
          </a:p>
        </p:txBody>
      </p:sp>
    </p:spTree>
    <p:extLst>
      <p:ext uri="{BB962C8B-B14F-4D97-AF65-F5344CB8AC3E}">
        <p14:creationId xmlns:p14="http://schemas.microsoft.com/office/powerpoint/2010/main" val="4504739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err="1"/>
              <a:t>Functii</a:t>
            </a:r>
            <a:r>
              <a:rPr lang="en-US"/>
              <a:t> care </a:t>
            </a:r>
            <a:r>
              <a:rPr lang="en-US" err="1"/>
              <a:t>creaza</a:t>
            </a:r>
            <a:r>
              <a:rPr lang="en-US"/>
              <a:t> </a:t>
            </a:r>
            <a:r>
              <a:rPr lang="en-US" err="1"/>
              <a:t>matrici</a:t>
            </a:r>
            <a:r>
              <a:rPr lang="en-US"/>
              <a:t> </a:t>
            </a:r>
            <a:r>
              <a:rPr lang="en-US" err="1"/>
              <a:t>predefinite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o-RO"/>
              <a:t>De ex,</a:t>
            </a:r>
          </a:p>
          <a:p>
            <a:r>
              <a:rPr lang="ro-RO"/>
              <a:t> rand(2,3) va crea o matrice cu 2 linii si 3 coloane cu valori aleatoare in (0,1)</a:t>
            </a:r>
          </a:p>
          <a:p>
            <a:r>
              <a:rPr lang="ro-RO"/>
              <a:t>&gt;&gt; A=rand(2,3)</a:t>
            </a:r>
          </a:p>
          <a:p>
            <a:r>
              <a:rPr lang="ro-RO"/>
              <a:t>A =</a:t>
            </a:r>
          </a:p>
          <a:p>
            <a:r>
              <a:rPr lang="ro-RO"/>
              <a:t>    0.3759    0.9134    0.7604</a:t>
            </a:r>
          </a:p>
          <a:p>
            <a:r>
              <a:rPr lang="ro-RO"/>
              <a:t>    0.0183    0.3580    0.8077</a:t>
            </a:r>
            <a:endParaRPr lang="en-US"/>
          </a:p>
          <a:p>
            <a:r>
              <a:rPr lang="en-US" err="1"/>
              <a:t>Testati</a:t>
            </a:r>
            <a:r>
              <a:rPr lang="en-US"/>
              <a:t> rand(3)</a:t>
            </a:r>
            <a:endParaRPr lang="ro-RO"/>
          </a:p>
          <a:p>
            <a:endParaRPr lang="ro-RO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4704"/>
            <a:ext cx="8229600" cy="5361459"/>
          </a:xfrm>
        </p:spPr>
        <p:txBody>
          <a:bodyPr>
            <a:normAutofit fontScale="85000" lnSpcReduction="20000"/>
          </a:bodyPr>
          <a:lstStyle/>
          <a:p>
            <a:endParaRPr lang="en-US"/>
          </a:p>
          <a:p>
            <a:r>
              <a:rPr lang="ro-RO"/>
              <a:t>zeros(3,3) va crea o matrice nula cu 3 linii si 3 coloane</a:t>
            </a:r>
          </a:p>
          <a:p>
            <a:r>
              <a:rPr lang="ro-RO"/>
              <a:t>&gt;&gt; W=zeros(3,3)</a:t>
            </a:r>
          </a:p>
          <a:p>
            <a:pPr lvl="1">
              <a:buNone/>
            </a:pPr>
            <a:r>
              <a:rPr lang="ro-RO"/>
              <a:t>W =</a:t>
            </a:r>
          </a:p>
          <a:p>
            <a:pPr lvl="1">
              <a:buNone/>
            </a:pPr>
            <a:r>
              <a:rPr lang="ro-RO"/>
              <a:t> 0 0 0</a:t>
            </a:r>
          </a:p>
          <a:p>
            <a:pPr lvl="1">
              <a:buNone/>
            </a:pPr>
            <a:r>
              <a:rPr lang="ro-RO"/>
              <a:t> 0 0 0</a:t>
            </a:r>
          </a:p>
          <a:p>
            <a:pPr lvl="1">
              <a:buNone/>
            </a:pPr>
            <a:r>
              <a:rPr lang="ro-RO"/>
              <a:t> 0 0 0</a:t>
            </a:r>
            <a:endParaRPr lang="en-US"/>
          </a:p>
          <a:p>
            <a:r>
              <a:rPr lang="ro-RO"/>
              <a:t>ones(2,1) va crea o matrice nula cu 2 linii si 1 coloana cu toate valorile 1</a:t>
            </a:r>
          </a:p>
          <a:p>
            <a:r>
              <a:rPr lang="ro-RO"/>
              <a:t>&gt;&gt; t=ones(2,1)</a:t>
            </a:r>
          </a:p>
          <a:p>
            <a:pPr lvl="1">
              <a:buNone/>
            </a:pPr>
            <a:r>
              <a:rPr lang="ro-RO"/>
              <a:t>t =</a:t>
            </a:r>
          </a:p>
          <a:p>
            <a:pPr lvl="1">
              <a:buNone/>
            </a:pPr>
            <a:r>
              <a:rPr lang="ro-RO"/>
              <a:t> 1</a:t>
            </a:r>
          </a:p>
          <a:p>
            <a:pPr lvl="1">
              <a:buNone/>
            </a:pPr>
            <a:r>
              <a:rPr lang="ro-RO"/>
              <a:t> 1</a:t>
            </a:r>
          </a:p>
          <a:p>
            <a:endParaRPr lang="ro-RO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/>
              <a:t>&gt;&gt; M=eye(3) % matricea identitate 3x3</a:t>
            </a:r>
          </a:p>
          <a:p>
            <a:pPr lvl="1">
              <a:buNone/>
            </a:pPr>
            <a:r>
              <a:rPr lang="ro-RO"/>
              <a:t>M =</a:t>
            </a:r>
          </a:p>
          <a:p>
            <a:pPr lvl="1">
              <a:buNone/>
            </a:pPr>
            <a:r>
              <a:rPr lang="ro-RO"/>
              <a:t> 1 0 0</a:t>
            </a:r>
          </a:p>
          <a:p>
            <a:pPr lvl="1">
              <a:buNone/>
            </a:pPr>
            <a:r>
              <a:rPr lang="ro-RO"/>
              <a:t> 0 1 0</a:t>
            </a:r>
          </a:p>
          <a:p>
            <a:pPr lvl="1">
              <a:buNone/>
            </a:pPr>
            <a:r>
              <a:rPr lang="ro-RO"/>
              <a:t> 0 0 1</a:t>
            </a:r>
          </a:p>
          <a:p>
            <a:pPr lvl="1">
              <a:buNone/>
            </a:pPr>
            <a:r>
              <a:rPr lang="ro-RO"/>
              <a:t> </a:t>
            </a:r>
          </a:p>
          <a:p>
            <a:r>
              <a:rPr lang="ro-RO"/>
              <a:t>Comentariile in MATLAB sunt linii precedate de %</a:t>
            </a:r>
          </a:p>
          <a:p>
            <a:endParaRPr lang="ro-RO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Operatii cu matrici</a:t>
            </a:r>
            <a:br>
              <a:rPr lang="ro-RO"/>
            </a:br>
            <a:r>
              <a:rPr lang="ro-RO"/>
              <a:t> adunare cu un scalar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US"/>
              <a:t>  </a:t>
            </a:r>
            <a:r>
              <a:rPr lang="ro-RO"/>
              <a:t>va aduna la fiecare termen al matricii scalarul respectiv </a:t>
            </a:r>
          </a:p>
          <a:p>
            <a:r>
              <a:rPr lang="ro-RO"/>
              <a:t>&gt;&gt; A=[3 7 9 ; 5 8 1]</a:t>
            </a:r>
          </a:p>
          <a:p>
            <a:r>
              <a:rPr lang="ro-RO"/>
              <a:t>A =</a:t>
            </a:r>
          </a:p>
          <a:p>
            <a:r>
              <a:rPr lang="ro-RO"/>
              <a:t> 3 7 9</a:t>
            </a:r>
          </a:p>
          <a:p>
            <a:r>
              <a:rPr lang="ro-RO"/>
              <a:t> 5 8 1</a:t>
            </a:r>
          </a:p>
          <a:p>
            <a:r>
              <a:rPr lang="ro-RO"/>
              <a:t>&gt;&gt; A+10</a:t>
            </a:r>
          </a:p>
          <a:p>
            <a:r>
              <a:rPr lang="ro-RO"/>
              <a:t>ans =</a:t>
            </a:r>
          </a:p>
          <a:p>
            <a:r>
              <a:rPr lang="ro-RO"/>
              <a:t> 13 17 19</a:t>
            </a:r>
          </a:p>
          <a:p>
            <a:r>
              <a:rPr lang="ro-RO"/>
              <a:t> 15 18 11</a:t>
            </a:r>
          </a:p>
          <a:p>
            <a:endParaRPr lang="ro-RO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inmultirea cu un scalar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va inmulti fiecare termen al matricii cu scalarul respectiv </a:t>
            </a:r>
          </a:p>
          <a:p>
            <a:pPr>
              <a:buNone/>
            </a:pPr>
            <a:endParaRPr lang="ro-RO"/>
          </a:p>
          <a:p>
            <a:r>
              <a:rPr lang="ro-RO"/>
              <a:t>&gt;&gt; A*10</a:t>
            </a:r>
          </a:p>
          <a:p>
            <a:r>
              <a:rPr lang="ro-RO"/>
              <a:t>ans =</a:t>
            </a:r>
          </a:p>
          <a:p>
            <a:r>
              <a:rPr lang="ro-RO"/>
              <a:t> 30 70 90</a:t>
            </a:r>
          </a:p>
          <a:p>
            <a:r>
              <a:rPr lang="ro-RO"/>
              <a:t> 50 80 10</a:t>
            </a:r>
          </a:p>
          <a:p>
            <a:endParaRPr lang="ro-RO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ro-RO"/>
              <a:t>transpusa unei matrici</a:t>
            </a:r>
            <a:br>
              <a:rPr lang="ro-RO"/>
            </a:b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 </a:t>
            </a:r>
            <a:endParaRPr lang="ro-RO"/>
          </a:p>
          <a:p>
            <a:r>
              <a:rPr lang="ro-RO"/>
              <a:t>&gt;&gt; A'</a:t>
            </a:r>
          </a:p>
          <a:p>
            <a:r>
              <a:rPr lang="ro-RO"/>
              <a:t>ans =</a:t>
            </a:r>
          </a:p>
          <a:p>
            <a:pPr lvl="1">
              <a:buNone/>
            </a:pPr>
            <a:r>
              <a:rPr lang="ro-RO"/>
              <a:t> 3 5</a:t>
            </a:r>
          </a:p>
          <a:p>
            <a:pPr lvl="1">
              <a:buNone/>
            </a:pPr>
            <a:r>
              <a:rPr lang="ro-RO"/>
              <a:t> 7 8</a:t>
            </a:r>
          </a:p>
          <a:p>
            <a:pPr lvl="1">
              <a:buNone/>
            </a:pPr>
            <a:r>
              <a:rPr lang="ro-RO"/>
              <a:t> 9 1</a:t>
            </a:r>
          </a:p>
          <a:p>
            <a:endParaRPr lang="ro-RO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/>
              <a:t>I</a:t>
            </a:r>
            <a:r>
              <a:rPr lang="ro-RO"/>
              <a:t>nmultirea a doua matrici</a:t>
            </a:r>
            <a:br>
              <a:rPr lang="ro-RO"/>
            </a:b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760640"/>
          </a:xfrm>
        </p:spPr>
        <p:txBody>
          <a:bodyPr>
            <a:normAutofit fontScale="77500" lnSpcReduction="20000"/>
          </a:bodyPr>
          <a:lstStyle/>
          <a:p>
            <a:pPr lvl="0">
              <a:buNone/>
            </a:pPr>
            <a:endParaRPr lang="ro-RO"/>
          </a:p>
          <a:p>
            <a:r>
              <a:rPr lang="ro-RO"/>
              <a:t>&gt;&gt; A=[3 7 9 ; 5 8 1]</a:t>
            </a:r>
            <a:r>
              <a:rPr lang="en-US"/>
              <a:t>  % 2x3</a:t>
            </a:r>
            <a:endParaRPr lang="ro-RO"/>
          </a:p>
          <a:p>
            <a:r>
              <a:rPr lang="ro-RO"/>
              <a:t>A =</a:t>
            </a:r>
          </a:p>
          <a:p>
            <a:r>
              <a:rPr lang="ro-RO"/>
              <a:t> 3 7 9</a:t>
            </a:r>
          </a:p>
          <a:p>
            <a:r>
              <a:rPr lang="ro-RO"/>
              <a:t> 5 8 1</a:t>
            </a:r>
          </a:p>
          <a:p>
            <a:r>
              <a:rPr lang="ro-RO"/>
              <a:t>&gt;&gt; B=[1 0; 3 2; 4 5]</a:t>
            </a:r>
            <a:r>
              <a:rPr lang="en-US"/>
              <a:t> %3x2</a:t>
            </a:r>
            <a:endParaRPr lang="ro-RO"/>
          </a:p>
          <a:p>
            <a:r>
              <a:rPr lang="ro-RO"/>
              <a:t>B =</a:t>
            </a:r>
          </a:p>
          <a:p>
            <a:r>
              <a:rPr lang="ro-RO"/>
              <a:t> 1 0</a:t>
            </a:r>
          </a:p>
          <a:p>
            <a:r>
              <a:rPr lang="ro-RO"/>
              <a:t> 3 2</a:t>
            </a:r>
          </a:p>
          <a:p>
            <a:r>
              <a:rPr lang="ro-RO"/>
              <a:t> 4 5</a:t>
            </a:r>
          </a:p>
          <a:p>
            <a:r>
              <a:rPr lang="ro-RO"/>
              <a:t>&gt;&gt; A*B</a:t>
            </a:r>
            <a:r>
              <a:rPr lang="en-US"/>
              <a:t>   %2x2</a:t>
            </a:r>
            <a:endParaRPr lang="ro-RO"/>
          </a:p>
          <a:p>
            <a:r>
              <a:rPr lang="ro-RO"/>
              <a:t>ans =</a:t>
            </a:r>
          </a:p>
          <a:p>
            <a:r>
              <a:rPr lang="ro-RO"/>
              <a:t> 60 59</a:t>
            </a:r>
          </a:p>
          <a:p>
            <a:r>
              <a:rPr lang="ro-RO"/>
              <a:t> 33 21</a:t>
            </a:r>
          </a:p>
          <a:p>
            <a:endParaRPr lang="ro-RO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BEF677F-DA06-4318-934B-9312F5480161}"/>
              </a:ext>
            </a:extLst>
          </p:cNvPr>
          <p:cNvGrpSpPr/>
          <p:nvPr/>
        </p:nvGrpSpPr>
        <p:grpSpPr>
          <a:xfrm>
            <a:off x="4562269" y="4459200"/>
            <a:ext cx="736920" cy="615600"/>
            <a:chOff x="4562269" y="4459200"/>
            <a:chExt cx="736920" cy="61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3B84A3C-003C-488F-B7FB-E477797251C6}"/>
                    </a:ext>
                  </a:extLst>
                </p14:cNvPr>
                <p14:cNvContentPartPr/>
                <p14:nvPr/>
              </p14:nvContentPartPr>
              <p14:xfrm>
                <a:off x="4562269" y="4459200"/>
                <a:ext cx="201960" cy="5857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3B84A3C-003C-488F-B7FB-E477797251C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553285" y="4450206"/>
                  <a:ext cx="219569" cy="60334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D9300C8-94C8-4FD8-A317-E2C5CE6D0C77}"/>
                    </a:ext>
                  </a:extLst>
                </p14:cNvPr>
                <p14:cNvContentPartPr/>
                <p14:nvPr/>
              </p14:nvContentPartPr>
              <p14:xfrm>
                <a:off x="4747669" y="4473600"/>
                <a:ext cx="104400" cy="5691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D9300C8-94C8-4FD8-A317-E2C5CE6D0C7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738669" y="4464600"/>
                  <a:ext cx="122040" cy="58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0FD814D-F12E-4817-B5BB-35110C07491F}"/>
                    </a:ext>
                  </a:extLst>
                </p14:cNvPr>
                <p14:cNvContentPartPr/>
                <p14:nvPr/>
              </p14:nvContentPartPr>
              <p14:xfrm>
                <a:off x="4577029" y="4760520"/>
                <a:ext cx="370080" cy="640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0FD814D-F12E-4817-B5BB-35110C07491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568029" y="4751520"/>
                  <a:ext cx="38772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7402455-46B4-43DB-ACA1-6C08E6D7F102}"/>
                    </a:ext>
                  </a:extLst>
                </p14:cNvPr>
                <p14:cNvContentPartPr/>
                <p14:nvPr/>
              </p14:nvContentPartPr>
              <p14:xfrm>
                <a:off x="5032789" y="4653960"/>
                <a:ext cx="30240" cy="3481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7402455-46B4-43DB-ACA1-6C08E6D7F10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023789" y="4644960"/>
                  <a:ext cx="4788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2441A88-6B14-4B13-8715-92F28040FC3F}"/>
                    </a:ext>
                  </a:extLst>
                </p14:cNvPr>
                <p14:cNvContentPartPr/>
                <p14:nvPr/>
              </p14:nvContentPartPr>
              <p14:xfrm>
                <a:off x="5027749" y="4556040"/>
                <a:ext cx="271440" cy="5187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2441A88-6B14-4B13-8715-92F28040FC3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018749" y="4547040"/>
                  <a:ext cx="289080" cy="53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AE998CC-681C-4333-82F5-1EC47D0508CF}"/>
              </a:ext>
            </a:extLst>
          </p:cNvPr>
          <p:cNvGrpSpPr/>
          <p:nvPr/>
        </p:nvGrpSpPr>
        <p:grpSpPr>
          <a:xfrm>
            <a:off x="5574589" y="4566120"/>
            <a:ext cx="2284920" cy="1076400"/>
            <a:chOff x="5574589" y="4566120"/>
            <a:chExt cx="2284920" cy="107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D1D0504-892C-424A-9CF6-4A84033C3AE1}"/>
                    </a:ext>
                  </a:extLst>
                </p14:cNvPr>
                <p14:cNvContentPartPr/>
                <p14:nvPr/>
              </p14:nvContentPartPr>
              <p14:xfrm>
                <a:off x="5574589" y="4843320"/>
                <a:ext cx="2880" cy="172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D1D0504-892C-424A-9CF6-4A84033C3AE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565589" y="4834320"/>
                  <a:ext cx="2052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18D9230-55B6-4427-B0D6-3DC1D29D262F}"/>
                    </a:ext>
                  </a:extLst>
                </p14:cNvPr>
                <p14:cNvContentPartPr/>
                <p14:nvPr/>
              </p14:nvContentPartPr>
              <p14:xfrm>
                <a:off x="5642629" y="4796160"/>
                <a:ext cx="177480" cy="2592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18D9230-55B6-4427-B0D6-3DC1D29D262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633629" y="4787147"/>
                  <a:ext cx="195120" cy="27686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5BD598C-1D0C-4A4C-ACE6-04440F3082B5}"/>
                    </a:ext>
                  </a:extLst>
                </p14:cNvPr>
                <p14:cNvContentPartPr/>
                <p14:nvPr/>
              </p14:nvContentPartPr>
              <p14:xfrm>
                <a:off x="5644069" y="4934040"/>
                <a:ext cx="272880" cy="248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5BD598C-1D0C-4A4C-ACE6-04440F3082B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635069" y="4925169"/>
                  <a:ext cx="290520" cy="422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8E5D026-69EB-4763-ACD5-8B96D216D66A}"/>
                    </a:ext>
                  </a:extLst>
                </p14:cNvPr>
                <p14:cNvContentPartPr/>
                <p14:nvPr/>
              </p14:nvContentPartPr>
              <p14:xfrm>
                <a:off x="6010189" y="4566120"/>
                <a:ext cx="341640" cy="5180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8E5D026-69EB-4763-ACD5-8B96D216D66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001189" y="4557120"/>
                  <a:ext cx="359280" cy="53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69E8F00-5923-4B58-AE7C-5E9414B3F815}"/>
                    </a:ext>
                  </a:extLst>
                </p14:cNvPr>
                <p14:cNvContentPartPr/>
                <p14:nvPr/>
              </p14:nvContentPartPr>
              <p14:xfrm>
                <a:off x="6533269" y="5114040"/>
                <a:ext cx="449640" cy="2682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69E8F00-5923-4B58-AE7C-5E9414B3F81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524269" y="5105040"/>
                  <a:ext cx="46728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3F246E0-77DD-402A-A5D5-E0982872CD7C}"/>
                    </a:ext>
                  </a:extLst>
                </p14:cNvPr>
                <p14:cNvContentPartPr/>
                <p14:nvPr/>
              </p14:nvContentPartPr>
              <p14:xfrm>
                <a:off x="7166869" y="5226360"/>
                <a:ext cx="208440" cy="1479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3F246E0-77DD-402A-A5D5-E0982872CD7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157869" y="5217360"/>
                  <a:ext cx="2260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DD0F3E9-A824-441C-B57A-D125F1AB0A25}"/>
                    </a:ext>
                  </a:extLst>
                </p14:cNvPr>
                <p14:cNvContentPartPr/>
                <p14:nvPr/>
              </p14:nvContentPartPr>
              <p14:xfrm>
                <a:off x="7104589" y="5198280"/>
                <a:ext cx="231840" cy="1868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DD0F3E9-A824-441C-B57A-D125F1AB0A2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095589" y="5189280"/>
                  <a:ext cx="24948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4AC412F-D27A-4A71-B961-A5A1802A9F60}"/>
                    </a:ext>
                  </a:extLst>
                </p14:cNvPr>
                <p14:cNvContentPartPr/>
                <p14:nvPr/>
              </p14:nvContentPartPr>
              <p14:xfrm>
                <a:off x="7468189" y="5161560"/>
                <a:ext cx="164880" cy="4809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4AC412F-D27A-4A71-B961-A5A1802A9F6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459189" y="5152560"/>
                  <a:ext cx="182520" cy="49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F79CEC6-E1F8-4AD6-98F7-386295E510AD}"/>
                    </a:ext>
                  </a:extLst>
                </p14:cNvPr>
                <p14:cNvContentPartPr/>
                <p14:nvPr/>
              </p14:nvContentPartPr>
              <p14:xfrm>
                <a:off x="7845469" y="5313480"/>
                <a:ext cx="14040" cy="115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F79CEC6-E1F8-4AD6-98F7-386295E510A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836469" y="5304480"/>
                  <a:ext cx="31680" cy="2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E3F1789-BEF0-47C9-985C-8F7A18C70D4F}"/>
              </a:ext>
            </a:extLst>
          </p:cNvPr>
          <p:cNvGrpSpPr/>
          <p:nvPr/>
        </p:nvGrpSpPr>
        <p:grpSpPr>
          <a:xfrm>
            <a:off x="4833709" y="1789800"/>
            <a:ext cx="2823840" cy="2145240"/>
            <a:chOff x="4833709" y="1789800"/>
            <a:chExt cx="2823840" cy="214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A5FDAC0-F234-47ED-80A8-1F36B812A746}"/>
                    </a:ext>
                  </a:extLst>
                </p14:cNvPr>
                <p14:cNvContentPartPr/>
                <p14:nvPr/>
              </p14:nvContentPartPr>
              <p14:xfrm>
                <a:off x="4842709" y="1825080"/>
                <a:ext cx="177120" cy="4921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A5FDAC0-F234-47ED-80A8-1F36B812A74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833709" y="1816080"/>
                  <a:ext cx="194760" cy="50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4F36F00-39F6-4736-95DD-AACBABB38F2C}"/>
                    </a:ext>
                  </a:extLst>
                </p14:cNvPr>
                <p14:cNvContentPartPr/>
                <p14:nvPr/>
              </p14:nvContentPartPr>
              <p14:xfrm>
                <a:off x="4945669" y="1835160"/>
                <a:ext cx="102600" cy="5223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4F36F00-39F6-4736-95DD-AACBABB38F2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936637" y="1826160"/>
                  <a:ext cx="120302" cy="54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B5DCCF1-F2D7-4821-8275-B347D9953AD1}"/>
                    </a:ext>
                  </a:extLst>
                </p14:cNvPr>
                <p14:cNvContentPartPr/>
                <p14:nvPr/>
              </p14:nvContentPartPr>
              <p14:xfrm>
                <a:off x="4833709" y="2119560"/>
                <a:ext cx="316440" cy="608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B5DCCF1-F2D7-4821-8275-B347D9953AD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824719" y="2110560"/>
                  <a:ext cx="33406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3D71B9C-7959-49F7-A76C-C2BEAE1FA71C}"/>
                    </a:ext>
                  </a:extLst>
                </p14:cNvPr>
                <p14:cNvContentPartPr/>
                <p14:nvPr/>
              </p14:nvContentPartPr>
              <p14:xfrm>
                <a:off x="5208109" y="2035680"/>
                <a:ext cx="200880" cy="2304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3D71B9C-7959-49F7-A76C-C2BEAE1FA71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199109" y="2026680"/>
                  <a:ext cx="21852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C631135-50B4-4C78-A99C-2B783386182F}"/>
                    </a:ext>
                  </a:extLst>
                </p14:cNvPr>
                <p14:cNvContentPartPr/>
                <p14:nvPr/>
              </p14:nvContentPartPr>
              <p14:xfrm>
                <a:off x="5193349" y="2153040"/>
                <a:ext cx="241920" cy="363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C631135-50B4-4C78-A99C-2B783386182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184349" y="2143950"/>
                  <a:ext cx="259560" cy="5417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F556140-F1F7-4A10-B3F3-A3CA43C4D1E3}"/>
                    </a:ext>
                  </a:extLst>
                </p14:cNvPr>
                <p14:cNvContentPartPr/>
                <p14:nvPr/>
              </p14:nvContentPartPr>
              <p14:xfrm>
                <a:off x="5563069" y="1789800"/>
                <a:ext cx="412560" cy="5742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F556140-F1F7-4A10-B3F3-A3CA43C4D1E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554069" y="1780806"/>
                  <a:ext cx="430200" cy="5918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26E95BC-39DD-4B3D-A86E-632E4802EBA6}"/>
                    </a:ext>
                  </a:extLst>
                </p14:cNvPr>
                <p14:cNvContentPartPr/>
                <p14:nvPr/>
              </p14:nvContentPartPr>
              <p14:xfrm>
                <a:off x="6069949" y="2335560"/>
                <a:ext cx="468360" cy="1951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26E95BC-39DD-4B3D-A86E-632E4802EBA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060956" y="2326560"/>
                  <a:ext cx="485986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38EF8FF-009D-4F34-8359-7CCA1900963B}"/>
                    </a:ext>
                  </a:extLst>
                </p14:cNvPr>
                <p14:cNvContentPartPr/>
                <p14:nvPr/>
              </p14:nvContentPartPr>
              <p14:xfrm>
                <a:off x="6667549" y="2373720"/>
                <a:ext cx="266760" cy="1371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38EF8FF-009D-4F34-8359-7CCA1900963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658561" y="2364720"/>
                  <a:ext cx="284376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CB91A22-B91B-47E0-ABAF-7F97786574C3}"/>
                    </a:ext>
                  </a:extLst>
                </p14:cNvPr>
                <p14:cNvContentPartPr/>
                <p14:nvPr/>
              </p14:nvContentPartPr>
              <p14:xfrm>
                <a:off x="6661429" y="2332320"/>
                <a:ext cx="196920" cy="2714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CB91A22-B91B-47E0-ABAF-7F97786574C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652445" y="2323308"/>
                  <a:ext cx="214528" cy="28910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AE1C68B-F4D1-4360-9B2A-31FD4CE76654}"/>
                    </a:ext>
                  </a:extLst>
                </p14:cNvPr>
                <p14:cNvContentPartPr/>
                <p14:nvPr/>
              </p14:nvContentPartPr>
              <p14:xfrm>
                <a:off x="6998749" y="2373360"/>
                <a:ext cx="505800" cy="2156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AE1C68B-F4D1-4360-9B2A-31FD4CE7665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989749" y="2364375"/>
                  <a:ext cx="523440" cy="23325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04D8B35-A715-4661-8261-E8232C4B5F33}"/>
                    </a:ext>
                  </a:extLst>
                </p14:cNvPr>
                <p14:cNvContentPartPr/>
                <p14:nvPr/>
              </p14:nvContentPartPr>
              <p14:xfrm>
                <a:off x="7388269" y="1911120"/>
                <a:ext cx="269280" cy="19573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04D8B35-A715-4661-8261-E8232C4B5F3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379269" y="1902120"/>
                  <a:ext cx="286920" cy="19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4EF1C05-55B3-454A-99E9-64DEBBC8E73F}"/>
                    </a:ext>
                  </a:extLst>
                </p14:cNvPr>
                <p14:cNvContentPartPr/>
                <p14:nvPr/>
              </p14:nvContentPartPr>
              <p14:xfrm>
                <a:off x="7133029" y="2659560"/>
                <a:ext cx="311760" cy="194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4EF1C05-55B3-454A-99E9-64DEBBC8E73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124019" y="2650560"/>
                  <a:ext cx="3294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01AE766-54AA-4C24-94DC-C817274F7423}"/>
                    </a:ext>
                  </a:extLst>
                </p14:cNvPr>
                <p14:cNvContentPartPr/>
                <p14:nvPr/>
              </p14:nvContentPartPr>
              <p14:xfrm>
                <a:off x="7192789" y="2720040"/>
                <a:ext cx="221040" cy="262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01AE766-54AA-4C24-94DC-C817274F742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183789" y="2711040"/>
                  <a:ext cx="2386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E9B8841-1CF4-4856-842B-DE1F4FF9035D}"/>
                    </a:ext>
                  </a:extLst>
                </p14:cNvPr>
                <p14:cNvContentPartPr/>
                <p14:nvPr/>
              </p14:nvContentPartPr>
              <p14:xfrm>
                <a:off x="4921909" y="3078240"/>
                <a:ext cx="81360" cy="4291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E9B8841-1CF4-4856-842B-DE1F4FF9035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912909" y="3069248"/>
                  <a:ext cx="99000" cy="44674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21233FF-A30E-4825-BD06-0DE2BBB353E7}"/>
                    </a:ext>
                  </a:extLst>
                </p14:cNvPr>
                <p14:cNvContentPartPr/>
                <p14:nvPr/>
              </p14:nvContentPartPr>
              <p14:xfrm>
                <a:off x="4895269" y="2995800"/>
                <a:ext cx="326520" cy="5677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21233FF-A30E-4825-BD06-0DE2BBB353E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886269" y="2986800"/>
                  <a:ext cx="344160" cy="58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C822003-BA90-4477-91C6-74B48F2D3BF8}"/>
                    </a:ext>
                  </a:extLst>
                </p14:cNvPr>
                <p14:cNvContentPartPr/>
                <p14:nvPr/>
              </p14:nvContentPartPr>
              <p14:xfrm>
                <a:off x="5697709" y="3415200"/>
                <a:ext cx="382680" cy="2210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C822003-BA90-4477-91C6-74B48F2D3BF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688709" y="3406200"/>
                  <a:ext cx="40032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4D2D080-D41A-48A4-BC49-20B19529EF0D}"/>
                    </a:ext>
                  </a:extLst>
                </p14:cNvPr>
                <p14:cNvContentPartPr/>
                <p14:nvPr/>
              </p14:nvContentPartPr>
              <p14:xfrm>
                <a:off x="6186949" y="3463440"/>
                <a:ext cx="209520" cy="1396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4D2D080-D41A-48A4-BC49-20B19529EF0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177949" y="3454417"/>
                  <a:ext cx="227160" cy="1573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895B789-E210-467C-934E-8EE633020A25}"/>
                    </a:ext>
                  </a:extLst>
                </p14:cNvPr>
                <p14:cNvContentPartPr/>
                <p14:nvPr/>
              </p14:nvContentPartPr>
              <p14:xfrm>
                <a:off x="6163189" y="3452280"/>
                <a:ext cx="240480" cy="1706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895B789-E210-467C-934E-8EE633020A2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154189" y="3443261"/>
                  <a:ext cx="258120" cy="1883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5DEBC0A-0C95-44B8-B52F-294990D0A79D}"/>
                    </a:ext>
                  </a:extLst>
                </p14:cNvPr>
                <p14:cNvContentPartPr/>
                <p14:nvPr/>
              </p14:nvContentPartPr>
              <p14:xfrm>
                <a:off x="6539389" y="3475680"/>
                <a:ext cx="44640" cy="4593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5DEBC0A-0C95-44B8-B52F-294990D0A79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530389" y="3466680"/>
                  <a:ext cx="62280" cy="47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0346583-4E56-44EA-9BA3-F5A350E8310D}"/>
                    </a:ext>
                  </a:extLst>
                </p14:cNvPr>
                <p14:cNvContentPartPr/>
                <p14:nvPr/>
              </p14:nvContentPartPr>
              <p14:xfrm>
                <a:off x="6509509" y="3427800"/>
                <a:ext cx="210960" cy="1670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0346583-4E56-44EA-9BA3-F5A350E8310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500509" y="3418800"/>
                  <a:ext cx="22860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899EEFC-143B-4C85-9A08-A2AED588DC6D}"/>
                    </a:ext>
                  </a:extLst>
                </p14:cNvPr>
                <p14:cNvContentPartPr/>
                <p14:nvPr/>
              </p14:nvContentPartPr>
              <p14:xfrm>
                <a:off x="5366509" y="2792760"/>
                <a:ext cx="467280" cy="4683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899EEFC-143B-4C85-9A08-A2AED588DC6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357502" y="2783767"/>
                  <a:ext cx="484934" cy="4859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B551F38-C265-4794-A433-D3E369FCD837}"/>
                    </a:ext>
                  </a:extLst>
                </p14:cNvPr>
                <p14:cNvContentPartPr/>
                <p14:nvPr/>
              </p14:nvContentPartPr>
              <p14:xfrm>
                <a:off x="5288029" y="2863680"/>
                <a:ext cx="119880" cy="1951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B551F38-C265-4794-A433-D3E369FCD83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279029" y="2854680"/>
                  <a:ext cx="13752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93A898A-0499-4567-A225-6CFE392BFD90}"/>
                    </a:ext>
                  </a:extLst>
                </p14:cNvPr>
                <p14:cNvContentPartPr/>
                <p14:nvPr/>
              </p14:nvContentPartPr>
              <p14:xfrm>
                <a:off x="5286949" y="2913720"/>
                <a:ext cx="213120" cy="788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93A898A-0499-4567-A225-6CFE392BFD9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277964" y="2904720"/>
                  <a:ext cx="23073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41A3459-0EE8-4EA2-920D-CDA587C338A3}"/>
                    </a:ext>
                  </a:extLst>
                </p14:cNvPr>
                <p14:cNvContentPartPr/>
                <p14:nvPr/>
              </p14:nvContentPartPr>
              <p14:xfrm>
                <a:off x="5733709" y="3748920"/>
                <a:ext cx="314280" cy="241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41A3459-0EE8-4EA2-920D-CDA587C338A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724699" y="3739920"/>
                  <a:ext cx="3319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01B91D8-57D2-44D3-8438-5769023F3223}"/>
                    </a:ext>
                  </a:extLst>
                </p14:cNvPr>
                <p14:cNvContentPartPr/>
                <p14:nvPr/>
              </p14:nvContentPartPr>
              <p14:xfrm>
                <a:off x="5765029" y="3808320"/>
                <a:ext cx="256680" cy="284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01B91D8-57D2-44D3-8438-5769023F322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756029" y="3799320"/>
                  <a:ext cx="274320" cy="4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61656C1D-B835-4F4F-A211-ED391277784A}"/>
              </a:ext>
            </a:extLst>
          </p:cNvPr>
          <p:cNvGrpSpPr/>
          <p:nvPr/>
        </p:nvGrpSpPr>
        <p:grpSpPr>
          <a:xfrm>
            <a:off x="3911389" y="5818560"/>
            <a:ext cx="808200" cy="438480"/>
            <a:chOff x="3911389" y="5818560"/>
            <a:chExt cx="808200" cy="43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826CF9D-4AEE-4712-ADCA-ABE16931A7EC}"/>
                    </a:ext>
                  </a:extLst>
                </p14:cNvPr>
                <p14:cNvContentPartPr/>
                <p14:nvPr/>
              </p14:nvContentPartPr>
              <p14:xfrm>
                <a:off x="3911389" y="5818560"/>
                <a:ext cx="250560" cy="4384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826CF9D-4AEE-4712-ADCA-ABE16931A7E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902389" y="5809553"/>
                  <a:ext cx="268200" cy="4561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169DDCB-0C53-4FE6-8678-36E23062D675}"/>
                    </a:ext>
                  </a:extLst>
                </p14:cNvPr>
                <p14:cNvContentPartPr/>
                <p14:nvPr/>
              </p14:nvContentPartPr>
              <p14:xfrm>
                <a:off x="4345549" y="6049320"/>
                <a:ext cx="9000" cy="183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169DDCB-0C53-4FE6-8678-36E23062D67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336549" y="6040140"/>
                  <a:ext cx="26640" cy="3635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FCD7869-2B7F-45EE-A532-7C13C95ED01D}"/>
                    </a:ext>
                  </a:extLst>
                </p14:cNvPr>
                <p14:cNvContentPartPr/>
                <p14:nvPr/>
              </p14:nvContentPartPr>
              <p14:xfrm>
                <a:off x="4455349" y="5889120"/>
                <a:ext cx="174240" cy="3499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FCD7869-2B7F-45EE-A532-7C13C95ED01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446349" y="5880111"/>
                  <a:ext cx="191880" cy="36757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D1BB03F-D063-448F-9023-02984F17E39C}"/>
                    </a:ext>
                  </a:extLst>
                </p14:cNvPr>
                <p14:cNvContentPartPr/>
                <p14:nvPr/>
              </p14:nvContentPartPr>
              <p14:xfrm>
                <a:off x="4412869" y="6101880"/>
                <a:ext cx="306720" cy="417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D1BB03F-D063-448F-9023-02984F17E39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403869" y="6092880"/>
                  <a:ext cx="324360" cy="5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2750ED13-4C61-47C5-B00D-CC7D842AE47C}"/>
              </a:ext>
            </a:extLst>
          </p:cNvPr>
          <p:cNvGrpSpPr/>
          <p:nvPr/>
        </p:nvGrpSpPr>
        <p:grpSpPr>
          <a:xfrm>
            <a:off x="5148709" y="5762400"/>
            <a:ext cx="176040" cy="541440"/>
            <a:chOff x="5148709" y="5762400"/>
            <a:chExt cx="176040" cy="54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5771322-43C1-49B9-AE31-2560AFAD2BD2}"/>
                    </a:ext>
                  </a:extLst>
                </p14:cNvPr>
                <p14:cNvContentPartPr/>
                <p14:nvPr/>
              </p14:nvContentPartPr>
              <p14:xfrm>
                <a:off x="5148709" y="5762400"/>
                <a:ext cx="176040" cy="3600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5771322-43C1-49B9-AE31-2560AFAD2BD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139727" y="5753400"/>
                  <a:ext cx="193644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DE65278-D126-4EBE-A488-D365DF1FBFB5}"/>
                    </a:ext>
                  </a:extLst>
                </p14:cNvPr>
                <p14:cNvContentPartPr/>
                <p14:nvPr/>
              </p14:nvContentPartPr>
              <p14:xfrm>
                <a:off x="5204509" y="6228600"/>
                <a:ext cx="32760" cy="752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DE65278-D126-4EBE-A488-D365DF1FBFB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195509" y="6219643"/>
                  <a:ext cx="50400" cy="92796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91264" cy="854968"/>
          </a:xfrm>
        </p:spPr>
        <p:txBody>
          <a:bodyPr/>
          <a:lstStyle/>
          <a:p>
            <a:r>
              <a:rPr lang="en-US" err="1"/>
              <a:t>Comanda</a:t>
            </a:r>
            <a:r>
              <a:rPr lang="en-US"/>
              <a:t> format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80728"/>
            <a:ext cx="8507288" cy="5616624"/>
          </a:xfrm>
        </p:spPr>
        <p:txBody>
          <a:bodyPr>
            <a:normAutofit fontScale="70000" lnSpcReduction="20000"/>
          </a:bodyPr>
          <a:lstStyle/>
          <a:p>
            <a:r>
              <a:rPr lang="ro-RO"/>
              <a:t>Pentru afisarea a mai mult de 4 digits pentru numerele reale se poate folosi comanda </a:t>
            </a:r>
          </a:p>
          <a:p>
            <a:r>
              <a:rPr lang="ro-RO"/>
              <a:t>&gt;&gt;format </a:t>
            </a:r>
            <a:r>
              <a:rPr lang="ro-RO" err="1"/>
              <a:t>long</a:t>
            </a:r>
            <a:r>
              <a:rPr lang="ro-RO"/>
              <a:t> </a:t>
            </a:r>
            <a:endParaRPr lang="en-US"/>
          </a:p>
          <a:p>
            <a:r>
              <a:rPr lang="ro-RO" err="1"/>
              <a:t>inainte</a:t>
            </a:r>
            <a:r>
              <a:rPr lang="ro-RO"/>
              <a:t> de afisare si se poate reveni la formatul implicit cu comanda</a:t>
            </a:r>
            <a:endParaRPr lang="en-US"/>
          </a:p>
          <a:p>
            <a:r>
              <a:rPr lang="ro-RO"/>
              <a:t> &gt;&gt;format short. </a:t>
            </a:r>
            <a:endParaRPr lang="en-US"/>
          </a:p>
          <a:p>
            <a:r>
              <a:rPr lang="ro-RO"/>
              <a:t>Acest lucru nu afecteaza modul de reprezentare a numarului in  memorie, se foloseste doar pentru </a:t>
            </a:r>
            <a:r>
              <a:rPr lang="ro-RO" err="1"/>
              <a:t>afisare</a:t>
            </a:r>
            <a:r>
              <a:rPr lang="ro-RO"/>
              <a:t>.</a:t>
            </a:r>
            <a:endParaRPr lang="en-US"/>
          </a:p>
          <a:p>
            <a:r>
              <a:rPr lang="ro-RO"/>
              <a:t> Observati ca numerele sunt rotunjite la 4 zecimale in cazul format short (format implicit)  si la 14 in cazul format long.</a:t>
            </a:r>
          </a:p>
          <a:p>
            <a:r>
              <a:rPr lang="ro-RO"/>
              <a:t> </a:t>
            </a:r>
          </a:p>
          <a:p>
            <a:r>
              <a:rPr lang="ro-RO"/>
              <a:t>&gt;&gt; format long</a:t>
            </a:r>
          </a:p>
          <a:p>
            <a:r>
              <a:rPr lang="ro-RO"/>
              <a:t>&gt;&gt; inv(A)</a:t>
            </a:r>
          </a:p>
          <a:p>
            <a:r>
              <a:rPr lang="ro-RO"/>
              <a:t>ans =</a:t>
            </a:r>
          </a:p>
          <a:p>
            <a:r>
              <a:rPr lang="ro-RO"/>
              <a:t>  -1.05555555555556   0.47222222222222   1.80555555555556</a:t>
            </a:r>
          </a:p>
          <a:p>
            <a:r>
              <a:rPr lang="ro-RO"/>
              <a:t>   0.66666666666667  -0.16666666666667  -1.16666666666667</a:t>
            </a:r>
          </a:p>
          <a:p>
            <a:r>
              <a:rPr lang="ro-RO"/>
              <a:t>  -0.05555555555556  -0.02777777777778   0.30555555555556 </a:t>
            </a:r>
          </a:p>
          <a:p>
            <a:endParaRPr lang="ro-RO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&gt;&gt; format </a:t>
            </a:r>
            <a:r>
              <a:rPr lang="ro-RO" err="1"/>
              <a:t>short</a:t>
            </a:r>
            <a:endParaRPr lang="ro-RO"/>
          </a:p>
          <a:p>
            <a:r>
              <a:rPr lang="ro-RO"/>
              <a:t>&gt;&gt; </a:t>
            </a:r>
            <a:r>
              <a:rPr lang="ro-RO" err="1"/>
              <a:t>inv</a:t>
            </a:r>
            <a:r>
              <a:rPr lang="ro-RO"/>
              <a:t>(A)</a:t>
            </a:r>
          </a:p>
          <a:p>
            <a:r>
              <a:rPr lang="ro-RO" err="1"/>
              <a:t>ans</a:t>
            </a:r>
            <a:r>
              <a:rPr lang="ro-RO"/>
              <a:t> =</a:t>
            </a:r>
          </a:p>
          <a:p>
            <a:r>
              <a:rPr lang="ro-RO"/>
              <a:t>   -1.0556    0.4722    1.8056</a:t>
            </a:r>
          </a:p>
          <a:p>
            <a:r>
              <a:rPr lang="ro-RO"/>
              <a:t>    0.6667   -0.1667   -1.1667</a:t>
            </a:r>
          </a:p>
          <a:p>
            <a:r>
              <a:rPr lang="ro-RO"/>
              <a:t>   -0.0556   -0.0278    0.3056</a:t>
            </a:r>
            <a:endParaRPr lang="en-US"/>
          </a:p>
          <a:p>
            <a:r>
              <a:rPr lang="en-US"/>
              <a:t> </a:t>
            </a:r>
          </a:p>
          <a:p>
            <a:endParaRPr lang="ro-RO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5405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AA2C1-E107-4CEC-AD6D-91D9DD833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97C98-4445-4122-ADB6-63418E504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/>
              <a:t>&gt;&gt; format short</a:t>
            </a:r>
          </a:p>
          <a:p>
            <a:r>
              <a:rPr lang="en-US"/>
              <a:t>&gt;&gt; 1/3</a:t>
            </a:r>
          </a:p>
          <a:p>
            <a:r>
              <a:rPr lang="en-US" err="1"/>
              <a:t>ans</a:t>
            </a:r>
            <a:r>
              <a:rPr lang="en-US"/>
              <a:t> =  0.33333</a:t>
            </a:r>
          </a:p>
          <a:p>
            <a:r>
              <a:rPr lang="en-US"/>
              <a:t>&gt;&gt; format rat</a:t>
            </a:r>
          </a:p>
          <a:p>
            <a:r>
              <a:rPr lang="en-US"/>
              <a:t>&gt;&gt; 1/3</a:t>
            </a:r>
          </a:p>
          <a:p>
            <a:r>
              <a:rPr lang="en-US" err="1"/>
              <a:t>ans</a:t>
            </a:r>
            <a:r>
              <a:rPr lang="en-US"/>
              <a:t> = 1/3</a:t>
            </a:r>
          </a:p>
          <a:p>
            <a:r>
              <a:rPr lang="fr-FR"/>
              <a:t>&gt;&gt; format rat</a:t>
            </a:r>
          </a:p>
          <a:p>
            <a:r>
              <a:rPr lang="fr-FR"/>
              <a:t>&gt;&gt; 2/3+5/9</a:t>
            </a:r>
          </a:p>
          <a:p>
            <a:r>
              <a:rPr lang="fr-FR"/>
              <a:t>ans = 11/9</a:t>
            </a:r>
          </a:p>
          <a:p>
            <a:r>
              <a:rPr lang="en-US"/>
              <a:t>&gt;&gt;format short</a:t>
            </a:r>
            <a:endParaRPr lang="fr-FR"/>
          </a:p>
          <a:p>
            <a:r>
              <a:rPr lang="en-US"/>
              <a:t>&gt;&gt; 2/3+5/9</a:t>
            </a:r>
          </a:p>
          <a:p>
            <a:r>
              <a:rPr lang="en-US" err="1"/>
              <a:t>ans</a:t>
            </a:r>
            <a:r>
              <a:rPr lang="en-US"/>
              <a:t> =  1.2222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928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Ridicare</a:t>
            </a:r>
            <a:r>
              <a:rPr lang="en-US"/>
              <a:t> la </a:t>
            </a:r>
            <a:r>
              <a:rPr lang="en-US" err="1"/>
              <a:t>patrat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8" y="1408707"/>
            <a:ext cx="8229600" cy="4972621"/>
          </a:xfrm>
        </p:spPr>
        <p:txBody>
          <a:bodyPr>
            <a:normAutofit fontScale="55000" lnSpcReduction="20000"/>
          </a:bodyPr>
          <a:lstStyle/>
          <a:p>
            <a:r>
              <a:rPr lang="ro-RO" sz="5100"/>
              <a:t>Are sens si A*A deoarece matricea A este patratica.</a:t>
            </a:r>
          </a:p>
          <a:p>
            <a:r>
              <a:rPr lang="ro-RO" sz="5100"/>
              <a:t>&gt;&gt; A</a:t>
            </a:r>
          </a:p>
          <a:p>
            <a:r>
              <a:rPr lang="ro-RO" sz="5100"/>
              <a:t>ans =</a:t>
            </a:r>
          </a:p>
          <a:p>
            <a:r>
              <a:rPr lang="ro-RO" sz="5100"/>
              <a:t> 3 7 9</a:t>
            </a:r>
          </a:p>
          <a:p>
            <a:r>
              <a:rPr lang="ro-RO" sz="5100"/>
              <a:t> 5 8 1</a:t>
            </a:r>
          </a:p>
          <a:p>
            <a:r>
              <a:rPr lang="ro-RO" sz="5100"/>
              <a:t> 1 2 5</a:t>
            </a:r>
          </a:p>
          <a:p>
            <a:r>
              <a:rPr lang="ro-RO" sz="5100"/>
              <a:t>&gt;&gt; A*A</a:t>
            </a:r>
          </a:p>
          <a:p>
            <a:r>
              <a:rPr lang="ro-RO" sz="5100"/>
              <a:t>ans =</a:t>
            </a:r>
          </a:p>
          <a:p>
            <a:r>
              <a:rPr lang="ro-RO" sz="5100"/>
              <a:t>  53  95  79</a:t>
            </a:r>
          </a:p>
          <a:p>
            <a:r>
              <a:rPr lang="ro-RO" sz="5100"/>
              <a:t>  56 101  58</a:t>
            </a:r>
          </a:p>
          <a:p>
            <a:r>
              <a:rPr lang="ro-RO" sz="5100"/>
              <a:t>  18  33  36</a:t>
            </a:r>
          </a:p>
          <a:p>
            <a:endParaRPr lang="ro-RO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4704"/>
            <a:ext cx="8229600" cy="5832648"/>
          </a:xfrm>
        </p:spPr>
        <p:txBody>
          <a:bodyPr>
            <a:normAutofit fontScale="92500" lnSpcReduction="20000"/>
          </a:bodyPr>
          <a:lstStyle/>
          <a:p>
            <a:r>
              <a:rPr lang="ro-RO"/>
              <a:t>&gt;&gt; A^2</a:t>
            </a:r>
          </a:p>
          <a:p>
            <a:r>
              <a:rPr lang="ro-RO" err="1"/>
              <a:t>ans</a:t>
            </a:r>
            <a:r>
              <a:rPr lang="ro-RO"/>
              <a:t> =</a:t>
            </a:r>
          </a:p>
          <a:p>
            <a:r>
              <a:rPr lang="ro-RO"/>
              <a:t>   53.0000   95.0000   79.0000</a:t>
            </a:r>
          </a:p>
          <a:p>
            <a:r>
              <a:rPr lang="ro-RO"/>
              <a:t>   56.0000  101.0000   58.0000</a:t>
            </a:r>
          </a:p>
          <a:p>
            <a:r>
              <a:rPr lang="ro-RO"/>
              <a:t>   18.0000   33.0000   36.0000</a:t>
            </a:r>
          </a:p>
          <a:p>
            <a:r>
              <a:rPr lang="ro-RO"/>
              <a:t>Daca in schimb, dorim sa ridicam la </a:t>
            </a:r>
            <a:r>
              <a:rPr lang="ro-RO" err="1"/>
              <a:t>patrat</a:t>
            </a:r>
            <a:r>
              <a:rPr lang="ro-RO"/>
              <a:t> fiecare termen al </a:t>
            </a:r>
            <a:r>
              <a:rPr lang="ro-RO" err="1"/>
              <a:t>matricii</a:t>
            </a:r>
            <a:r>
              <a:rPr lang="ro-RO"/>
              <a:t> A putem folosi operatorul .</a:t>
            </a:r>
          </a:p>
          <a:p>
            <a:r>
              <a:rPr lang="ro-RO"/>
              <a:t>&gt;&gt; A.^2</a:t>
            </a:r>
          </a:p>
          <a:p>
            <a:r>
              <a:rPr lang="ro-RO" err="1"/>
              <a:t>ans</a:t>
            </a:r>
            <a:r>
              <a:rPr lang="ro-RO"/>
              <a:t> =</a:t>
            </a:r>
          </a:p>
          <a:p>
            <a:r>
              <a:rPr lang="ro-RO"/>
              <a:t>  9 49 81</a:t>
            </a:r>
          </a:p>
          <a:p>
            <a:r>
              <a:rPr lang="ro-RO"/>
              <a:t> 25 64  1</a:t>
            </a:r>
          </a:p>
          <a:p>
            <a:r>
              <a:rPr lang="ro-RO"/>
              <a:t>  1  4 25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5438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Functiile predefinite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472608"/>
          </a:xfrm>
        </p:spPr>
        <p:txBody>
          <a:bodyPr>
            <a:noAutofit/>
          </a:bodyPr>
          <a:lstStyle/>
          <a:p>
            <a:r>
              <a:rPr lang="ro-RO" sz="2400"/>
              <a:t>Functiile predefinite pot fi apelate si pentru vectori si matrici nu doar pentru scalari.</a:t>
            </a:r>
          </a:p>
          <a:p>
            <a:r>
              <a:rPr lang="ro-RO" sz="2400"/>
              <a:t>Astfel,</a:t>
            </a:r>
          </a:p>
          <a:p>
            <a:r>
              <a:rPr lang="ro-RO" sz="2400"/>
              <a:t>&gt;&gt; A=[1 2 3 ; 4 5 6; 7 8 9]</a:t>
            </a:r>
          </a:p>
          <a:p>
            <a:pPr lvl="1">
              <a:buNone/>
            </a:pPr>
            <a:r>
              <a:rPr lang="ro-RO" sz="2000"/>
              <a:t>A =</a:t>
            </a:r>
          </a:p>
          <a:p>
            <a:pPr lvl="1">
              <a:buNone/>
            </a:pPr>
            <a:r>
              <a:rPr lang="ro-RO" sz="2000"/>
              <a:t> 1 2 3</a:t>
            </a:r>
          </a:p>
          <a:p>
            <a:pPr lvl="1">
              <a:buNone/>
            </a:pPr>
            <a:r>
              <a:rPr lang="ro-RO" sz="2000"/>
              <a:t> 4 5 6</a:t>
            </a:r>
          </a:p>
          <a:p>
            <a:pPr lvl="1">
              <a:buNone/>
            </a:pPr>
            <a:r>
              <a:rPr lang="ro-RO" sz="2000"/>
              <a:t> 7 8 9</a:t>
            </a:r>
          </a:p>
          <a:p>
            <a:r>
              <a:rPr lang="ro-RO" sz="2400"/>
              <a:t>&gt;&gt; sin(A)</a:t>
            </a:r>
          </a:p>
          <a:p>
            <a:pPr lvl="1">
              <a:buNone/>
            </a:pPr>
            <a:r>
              <a:rPr lang="ro-RO" sz="2000"/>
              <a:t>ans =</a:t>
            </a:r>
          </a:p>
          <a:p>
            <a:pPr lvl="1">
              <a:buNone/>
            </a:pPr>
            <a:r>
              <a:rPr lang="ro-RO" sz="2000"/>
              <a:t>    0.8415    0.9093    0.1411</a:t>
            </a:r>
          </a:p>
          <a:p>
            <a:pPr lvl="1">
              <a:buNone/>
            </a:pPr>
            <a:r>
              <a:rPr lang="ro-RO" sz="2000"/>
              <a:t>   -0.7568   -0.9589   -0.2794</a:t>
            </a:r>
          </a:p>
          <a:p>
            <a:pPr lvl="1">
              <a:buNone/>
            </a:pPr>
            <a:r>
              <a:rPr lang="ro-RO" sz="2000"/>
              <a:t>    0.6570    0.9894    0.4121</a:t>
            </a:r>
            <a:endParaRPr lang="ro-RO" sz="2400"/>
          </a:p>
          <a:p>
            <a:endParaRPr lang="ro-RO" sz="2400"/>
          </a:p>
          <a:p>
            <a:endParaRPr lang="ro-RO" sz="24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649491"/>
          </a:xfrm>
        </p:spPr>
        <p:txBody>
          <a:bodyPr>
            <a:noAutofit/>
          </a:bodyPr>
          <a:lstStyle/>
          <a:p>
            <a:r>
              <a:rPr lang="ro-RO" sz="2400"/>
              <a:t>&gt;&gt; v=[1;-2;-3]</a:t>
            </a:r>
          </a:p>
          <a:p>
            <a:pPr lvl="1">
              <a:buNone/>
            </a:pPr>
            <a:r>
              <a:rPr lang="ro-RO" sz="2000"/>
              <a:t>v =</a:t>
            </a:r>
          </a:p>
          <a:p>
            <a:pPr lvl="1">
              <a:buNone/>
            </a:pPr>
            <a:r>
              <a:rPr lang="ro-RO" sz="2000"/>
              <a:t>  1</a:t>
            </a:r>
          </a:p>
          <a:p>
            <a:pPr lvl="1">
              <a:buNone/>
            </a:pPr>
            <a:r>
              <a:rPr lang="ro-RO" sz="2000"/>
              <a:t> -2</a:t>
            </a:r>
          </a:p>
          <a:p>
            <a:pPr lvl="1">
              <a:buNone/>
            </a:pPr>
            <a:r>
              <a:rPr lang="ro-RO" sz="2000"/>
              <a:t> -3</a:t>
            </a:r>
          </a:p>
          <a:p>
            <a:r>
              <a:rPr lang="ro-RO" sz="2400"/>
              <a:t>&gt;&gt; abs(v)</a:t>
            </a:r>
          </a:p>
          <a:p>
            <a:pPr lvl="1">
              <a:buNone/>
            </a:pPr>
            <a:r>
              <a:rPr lang="ro-RO" sz="2000"/>
              <a:t>ans =</a:t>
            </a:r>
          </a:p>
          <a:p>
            <a:pPr lvl="1">
              <a:buNone/>
            </a:pPr>
            <a:r>
              <a:rPr lang="ro-RO" sz="2000"/>
              <a:t> 1</a:t>
            </a:r>
          </a:p>
          <a:p>
            <a:pPr lvl="1">
              <a:buNone/>
            </a:pPr>
            <a:r>
              <a:rPr lang="ro-RO" sz="2000"/>
              <a:t> 2</a:t>
            </a:r>
          </a:p>
          <a:p>
            <a:pPr lvl="1">
              <a:buNone/>
            </a:pPr>
            <a:r>
              <a:rPr lang="ro-RO" sz="2000"/>
              <a:t> 3</a:t>
            </a:r>
          </a:p>
          <a:p>
            <a:r>
              <a:rPr lang="ro-RO" sz="2400"/>
              <a:t>se va aplica functia abs() pentru toate elementele vectorului v.</a:t>
            </a:r>
          </a:p>
          <a:p>
            <a:r>
              <a:rPr lang="ro-RO" sz="2400"/>
              <a:t> Cateva functii predefinite in MATLAB: </a:t>
            </a:r>
            <a:endParaRPr lang="en-US" sz="2400"/>
          </a:p>
          <a:p>
            <a:pPr lvl="1"/>
            <a:r>
              <a:rPr lang="ro-RO" sz="2400"/>
              <a:t>cos( ), tan( ), sinh( ), cosh( ), log( ) (ln), log10( ) (log in baza10), asin( ) (arcsin ), acos( ) (arccos), atan( ) (arctg), abs() (valoare absoluta).</a:t>
            </a:r>
          </a:p>
          <a:p>
            <a:endParaRPr lang="ro-RO" sz="20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Concatenarea</a:t>
            </a:r>
            <a:r>
              <a:rPr lang="en-US"/>
              <a:t> a </a:t>
            </a:r>
            <a:r>
              <a:rPr lang="en-US" err="1"/>
              <a:t>doua</a:t>
            </a:r>
            <a:r>
              <a:rPr lang="en-US"/>
              <a:t> </a:t>
            </a:r>
            <a:r>
              <a:rPr lang="en-US" err="1"/>
              <a:t>matrici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ro-RO"/>
              <a:t>Doua matrici pot fi concatenate, daca dimensiunea acestora este permisa, astfel:</a:t>
            </a:r>
          </a:p>
          <a:p>
            <a:r>
              <a:rPr lang="ro-RO"/>
              <a:t>&gt;&gt; a=[1 2 3; 4 5 6]</a:t>
            </a:r>
          </a:p>
          <a:p>
            <a:r>
              <a:rPr lang="ro-RO"/>
              <a:t>a =</a:t>
            </a:r>
          </a:p>
          <a:p>
            <a:r>
              <a:rPr lang="ro-RO"/>
              <a:t> 1 2 3</a:t>
            </a:r>
          </a:p>
          <a:p>
            <a:r>
              <a:rPr lang="ro-RO"/>
              <a:t> 4 5 6</a:t>
            </a:r>
          </a:p>
          <a:p>
            <a:r>
              <a:rPr lang="ro-RO"/>
              <a:t>&gt;&gt; x=[a,a]</a:t>
            </a:r>
          </a:p>
          <a:p>
            <a:r>
              <a:rPr lang="ro-RO"/>
              <a:t>x =</a:t>
            </a:r>
          </a:p>
          <a:p>
            <a:r>
              <a:rPr lang="ro-RO"/>
              <a:t> 1 2 3 1 2 3</a:t>
            </a:r>
          </a:p>
          <a:p>
            <a:r>
              <a:rPr lang="ro-RO"/>
              <a:t> 4 5 6 4 5 6</a:t>
            </a:r>
          </a:p>
          <a:p>
            <a:endParaRPr lang="ro-RO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649491"/>
          </a:xfrm>
        </p:spPr>
        <p:txBody>
          <a:bodyPr>
            <a:normAutofit fontScale="85000" lnSpcReduction="20000"/>
          </a:bodyPr>
          <a:lstStyle/>
          <a:p>
            <a:r>
              <a:rPr lang="ro-RO"/>
              <a:t>&gt;&gt; y=[a;a]</a:t>
            </a:r>
          </a:p>
          <a:p>
            <a:r>
              <a:rPr lang="ro-RO"/>
              <a:t>y =</a:t>
            </a:r>
          </a:p>
          <a:p>
            <a:r>
              <a:rPr lang="ro-RO"/>
              <a:t> 1 2 3</a:t>
            </a:r>
          </a:p>
          <a:p>
            <a:r>
              <a:rPr lang="ro-RO"/>
              <a:t> 4 5 6</a:t>
            </a:r>
          </a:p>
          <a:p>
            <a:r>
              <a:rPr lang="ro-RO"/>
              <a:t> 1 2 3</a:t>
            </a:r>
          </a:p>
          <a:p>
            <a:r>
              <a:rPr lang="ro-RO"/>
              <a:t> 4 5 6</a:t>
            </a:r>
          </a:p>
          <a:p>
            <a:r>
              <a:rPr lang="ro-RO"/>
              <a:t>&gt;&gt; z=[a,x]</a:t>
            </a:r>
          </a:p>
          <a:p>
            <a:r>
              <a:rPr lang="ro-RO"/>
              <a:t>z =</a:t>
            </a:r>
          </a:p>
          <a:p>
            <a:r>
              <a:rPr lang="ro-RO"/>
              <a:t> 1 2 3 1 2 3 1 2 3</a:t>
            </a:r>
          </a:p>
          <a:p>
            <a:r>
              <a:rPr lang="ro-RO"/>
              <a:t> 4 5 6 4 5 6 4 5 6</a:t>
            </a:r>
          </a:p>
          <a:p>
            <a:r>
              <a:rPr lang="ro-RO"/>
              <a:t>&gt;&gt; [a;x]</a:t>
            </a:r>
          </a:p>
          <a:p>
            <a:r>
              <a:rPr lang="ro-RO"/>
              <a:t>Error: Mismatch in dimension 2 for elements being concatenated along dimension 1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Exercitii – partea I</a:t>
            </a:r>
            <a:endParaRPr lang="ro-RO" sz="350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1700" err="1"/>
              <a:t>Construiti</a:t>
            </a:r>
            <a:r>
              <a:rPr lang="en-US" sz="1700"/>
              <a:t> </a:t>
            </a:r>
            <a:r>
              <a:rPr lang="en-US" sz="1700" err="1"/>
              <a:t>matricea</a:t>
            </a:r>
            <a:r>
              <a:rPr lang="en-US" sz="1700"/>
              <a:t> A de dim 4x2 cu </a:t>
            </a:r>
            <a:r>
              <a:rPr lang="en-US" sz="1700" err="1"/>
              <a:t>elem</a:t>
            </a:r>
            <a:r>
              <a:rPr lang="en-US" sz="1700"/>
              <a:t> </a:t>
            </a:r>
            <a:r>
              <a:rPr lang="en-US" sz="1700" err="1"/>
              <a:t>aleatoare</a:t>
            </a:r>
            <a:r>
              <a:rPr lang="en-US" sz="1700"/>
              <a:t> in </a:t>
            </a:r>
            <a:r>
              <a:rPr lang="en-US" sz="1700" err="1"/>
              <a:t>intervalul</a:t>
            </a:r>
            <a:r>
              <a:rPr lang="en-US" sz="1700"/>
              <a:t> (0,10).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700" err="1"/>
              <a:t>Inmultiti</a:t>
            </a:r>
            <a:r>
              <a:rPr lang="en-US" sz="1700"/>
              <a:t>-o cu B, o </a:t>
            </a:r>
            <a:r>
              <a:rPr lang="en-US" sz="1700" err="1"/>
              <a:t>matrice</a:t>
            </a:r>
            <a:r>
              <a:rPr lang="en-US" sz="1700"/>
              <a:t> 2x4 cu </a:t>
            </a:r>
            <a:r>
              <a:rPr lang="en-US" sz="1700" err="1"/>
              <a:t>toate</a:t>
            </a:r>
            <a:r>
              <a:rPr lang="en-US" sz="1700"/>
              <a:t> </a:t>
            </a:r>
            <a:r>
              <a:rPr lang="en-US" sz="1700" err="1"/>
              <a:t>elementele</a:t>
            </a:r>
            <a:r>
              <a:rPr lang="en-US" sz="1700"/>
              <a:t> pare, </a:t>
            </a:r>
            <a:r>
              <a:rPr lang="en-US" sz="1700" err="1"/>
              <a:t>creata</a:t>
            </a:r>
            <a:r>
              <a:rPr lang="en-US" sz="1700"/>
              <a:t> de </a:t>
            </a:r>
            <a:r>
              <a:rPr lang="en-US" sz="1700" err="1"/>
              <a:t>voi</a:t>
            </a:r>
            <a:r>
              <a:rPr lang="en-US" sz="1700"/>
              <a:t>. Fie C </a:t>
            </a:r>
            <a:r>
              <a:rPr lang="en-US" sz="1700" err="1"/>
              <a:t>matricea</a:t>
            </a:r>
            <a:r>
              <a:rPr lang="en-US" sz="1700"/>
              <a:t> </a:t>
            </a:r>
            <a:r>
              <a:rPr lang="en-US" sz="1700" err="1"/>
              <a:t>rezultata</a:t>
            </a:r>
            <a:r>
              <a:rPr lang="en-US" sz="170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700" err="1"/>
              <a:t>Aflati</a:t>
            </a:r>
            <a:r>
              <a:rPr lang="en-US" sz="1700"/>
              <a:t> </a:t>
            </a:r>
            <a:r>
              <a:rPr lang="en-US" sz="1700" err="1"/>
              <a:t>inversa</a:t>
            </a:r>
            <a:r>
              <a:rPr lang="en-US" sz="1700"/>
              <a:t> </a:t>
            </a:r>
            <a:r>
              <a:rPr lang="en-US" sz="1700" err="1"/>
              <a:t>matricii</a:t>
            </a:r>
            <a:r>
              <a:rPr lang="en-US" sz="1700"/>
              <a:t> C.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700"/>
              <a:t>Fie M=</a:t>
            </a:r>
            <a:r>
              <a:rPr lang="en-US" sz="1700" err="1"/>
              <a:t>matricea</a:t>
            </a:r>
            <a:r>
              <a:rPr lang="en-US" sz="1700"/>
              <a:t> </a:t>
            </a:r>
            <a:r>
              <a:rPr lang="en-US" sz="1700" err="1"/>
              <a:t>rezultata</a:t>
            </a:r>
            <a:r>
              <a:rPr lang="en-US" sz="1700"/>
              <a:t> </a:t>
            </a:r>
            <a:r>
              <a:rPr lang="en-US" sz="1700" err="1"/>
              <a:t>prin</a:t>
            </a:r>
            <a:r>
              <a:rPr lang="en-US" sz="1700"/>
              <a:t> </a:t>
            </a:r>
            <a:r>
              <a:rPr lang="en-US" sz="1700" err="1"/>
              <a:t>impartirea</a:t>
            </a:r>
            <a:r>
              <a:rPr lang="en-US" sz="1700"/>
              <a:t> </a:t>
            </a:r>
            <a:r>
              <a:rPr lang="en-US" sz="1700" err="1"/>
              <a:t>tuturor</a:t>
            </a:r>
            <a:r>
              <a:rPr lang="en-US" sz="1700"/>
              <a:t> </a:t>
            </a:r>
            <a:r>
              <a:rPr lang="en-US" sz="1700" err="1"/>
              <a:t>elementelor</a:t>
            </a:r>
            <a:r>
              <a:rPr lang="en-US" sz="1700"/>
              <a:t> </a:t>
            </a:r>
            <a:r>
              <a:rPr lang="en-US" sz="1700" err="1"/>
              <a:t>matricii</a:t>
            </a:r>
            <a:r>
              <a:rPr lang="en-US" sz="1700"/>
              <a:t> B la 2.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700" err="1"/>
              <a:t>Concatenati</a:t>
            </a:r>
            <a:r>
              <a:rPr lang="en-US" sz="1700"/>
              <a:t>-o pe M cu </a:t>
            </a:r>
            <a:r>
              <a:rPr lang="en-US" sz="1700" err="1"/>
              <a:t>ea</a:t>
            </a:r>
            <a:r>
              <a:rPr lang="en-US" sz="1700"/>
              <a:t> </a:t>
            </a:r>
            <a:r>
              <a:rPr lang="en-US" sz="1700" err="1"/>
              <a:t>insasi</a:t>
            </a:r>
            <a:r>
              <a:rPr lang="en-US" sz="1700"/>
              <a:t> </a:t>
            </a:r>
            <a:r>
              <a:rPr lang="en-US" sz="1700" err="1"/>
              <a:t>astfel</a:t>
            </a:r>
            <a:r>
              <a:rPr lang="en-US" sz="1700"/>
              <a:t> </a:t>
            </a:r>
            <a:r>
              <a:rPr lang="en-US" sz="1700" err="1"/>
              <a:t>incat</a:t>
            </a:r>
            <a:r>
              <a:rPr lang="en-US" sz="1700"/>
              <a:t> </a:t>
            </a:r>
            <a:r>
              <a:rPr lang="en-US" sz="1700" err="1"/>
              <a:t>sa</a:t>
            </a:r>
            <a:r>
              <a:rPr lang="en-US" sz="1700"/>
              <a:t> </a:t>
            </a:r>
            <a:r>
              <a:rPr lang="en-US" sz="1700" err="1"/>
              <a:t>obtineti</a:t>
            </a:r>
            <a:r>
              <a:rPr lang="en-US" sz="1700"/>
              <a:t> o </a:t>
            </a:r>
            <a:r>
              <a:rPr lang="en-US" sz="1700" err="1"/>
              <a:t>matrice</a:t>
            </a:r>
            <a:r>
              <a:rPr lang="en-US" sz="1700"/>
              <a:t> 4x4, </a:t>
            </a:r>
            <a:r>
              <a:rPr lang="en-US" sz="1700" err="1"/>
              <a:t>notata</a:t>
            </a:r>
            <a:r>
              <a:rPr lang="en-US" sz="1700"/>
              <a:t> V.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700" err="1"/>
              <a:t>Extrageti</a:t>
            </a:r>
            <a:r>
              <a:rPr lang="en-US" sz="1700"/>
              <a:t> din V </a:t>
            </a:r>
            <a:r>
              <a:rPr lang="en-US" sz="1700" err="1"/>
              <a:t>matricea</a:t>
            </a:r>
            <a:r>
              <a:rPr lang="en-US" sz="1700"/>
              <a:t> 2x2 din </a:t>
            </a:r>
            <a:r>
              <a:rPr lang="en-US" sz="1700" err="1"/>
              <a:t>mijloc</a:t>
            </a:r>
            <a:r>
              <a:rPr lang="en-US" sz="1700"/>
              <a:t>. </a:t>
            </a:r>
            <a:r>
              <a:rPr lang="en-US" sz="1700" err="1"/>
              <a:t>Notati</a:t>
            </a:r>
            <a:r>
              <a:rPr lang="en-US" sz="1700"/>
              <a:t> </a:t>
            </a:r>
            <a:r>
              <a:rPr lang="en-US" sz="1700" err="1"/>
              <a:t>matricea</a:t>
            </a:r>
            <a:r>
              <a:rPr lang="en-US" sz="1700"/>
              <a:t> </a:t>
            </a:r>
            <a:r>
              <a:rPr lang="en-US" sz="1700" err="1"/>
              <a:t>rezultata</a:t>
            </a:r>
            <a:r>
              <a:rPr lang="en-US" sz="1700"/>
              <a:t> W.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700" err="1"/>
              <a:t>Aplicati</a:t>
            </a:r>
            <a:r>
              <a:rPr lang="en-US" sz="1700"/>
              <a:t> sin(x) </a:t>
            </a:r>
            <a:r>
              <a:rPr lang="en-US" sz="1700" err="1"/>
              <a:t>pt</a:t>
            </a:r>
            <a:r>
              <a:rPr lang="en-US" sz="1700"/>
              <a:t> </a:t>
            </a:r>
            <a:r>
              <a:rPr lang="en-US" sz="1700" err="1"/>
              <a:t>fiecare</a:t>
            </a:r>
            <a:r>
              <a:rPr lang="en-US" sz="1700"/>
              <a:t> termen al </a:t>
            </a:r>
            <a:r>
              <a:rPr lang="en-US" sz="1700" err="1"/>
              <a:t>matricii</a:t>
            </a:r>
            <a:r>
              <a:rPr lang="en-US" sz="1700"/>
              <a:t> W 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700" err="1"/>
              <a:t>Calculati</a:t>
            </a:r>
            <a:r>
              <a:rPr lang="en-US" sz="1700"/>
              <a:t> </a:t>
            </a:r>
            <a:r>
              <a:rPr lang="en-US" sz="1700" err="1"/>
              <a:t>transpusa</a:t>
            </a:r>
            <a:r>
              <a:rPr lang="en-US" sz="1700"/>
              <a:t> </a:t>
            </a:r>
            <a:r>
              <a:rPr lang="en-US" sz="1700" err="1"/>
              <a:t>matricii</a:t>
            </a:r>
            <a:r>
              <a:rPr lang="en-US" sz="1700"/>
              <a:t> W 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700" err="1"/>
              <a:t>Aflati</a:t>
            </a:r>
            <a:r>
              <a:rPr lang="en-US" sz="1700"/>
              <a:t> W*W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700" err="1"/>
              <a:t>Observati</a:t>
            </a:r>
            <a:r>
              <a:rPr lang="en-US" sz="1700"/>
              <a:t> </a:t>
            </a:r>
            <a:r>
              <a:rPr lang="en-US" sz="1700" err="1"/>
              <a:t>diferenta</a:t>
            </a:r>
            <a:r>
              <a:rPr lang="en-US" sz="1700"/>
              <a:t> </a:t>
            </a:r>
            <a:r>
              <a:rPr lang="en-US" sz="1700" err="1"/>
              <a:t>dintre</a:t>
            </a:r>
            <a:r>
              <a:rPr lang="en-US" sz="1700"/>
              <a:t> W.^2 </a:t>
            </a:r>
            <a:r>
              <a:rPr lang="en-US" sz="1700" err="1"/>
              <a:t>si</a:t>
            </a:r>
            <a:r>
              <a:rPr lang="en-US" sz="1700"/>
              <a:t> W*W</a:t>
            </a:r>
          </a:p>
          <a:p>
            <a:pPr marL="0" indent="0">
              <a:buNone/>
            </a:pPr>
            <a:endParaRPr lang="ro-RO" sz="17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Exercitii – partea a II-a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ro-RO" sz="1700"/>
              <a:t>Să se selecteze elementele de pe poziţiile 2-6 şi 1, 4, 7 ale vectorului: </a:t>
            </a:r>
            <a:r>
              <a:rPr lang="en-US" sz="1700"/>
              <a:t>v</a:t>
            </a:r>
            <a:r>
              <a:rPr lang="ro-RO" sz="1700"/>
              <a:t>=[1 2 3 4 5 6 7 8].</a:t>
            </a:r>
            <a:endParaRPr lang="en-US" sz="1700"/>
          </a:p>
          <a:p>
            <a:pPr marL="514350" indent="-514350">
              <a:buFont typeface="+mj-lt"/>
              <a:buAutoNum type="arabicPeriod"/>
            </a:pPr>
            <a:r>
              <a:rPr lang="ro-RO" sz="1700"/>
              <a:t>Fie o matrice A </a:t>
            </a:r>
            <a:r>
              <a:rPr lang="en-US" sz="1700"/>
              <a:t>de </a:t>
            </a:r>
            <a:r>
              <a:rPr lang="en-US" sz="1700" err="1"/>
              <a:t>dimensiune</a:t>
            </a:r>
            <a:r>
              <a:rPr lang="en-US" sz="1700"/>
              <a:t> 6x6, </a:t>
            </a:r>
            <a:r>
              <a:rPr lang="en-US" sz="1700" err="1"/>
              <a:t>construita</a:t>
            </a:r>
            <a:r>
              <a:rPr lang="en-US" sz="1700"/>
              <a:t> cu </a:t>
            </a:r>
            <a:r>
              <a:rPr lang="en-US" sz="1700" err="1"/>
              <a:t>elemente</a:t>
            </a:r>
            <a:r>
              <a:rPr lang="en-US" sz="1700"/>
              <a:t> </a:t>
            </a:r>
            <a:r>
              <a:rPr lang="en-US" sz="1700" err="1"/>
              <a:t>aleatoare</a:t>
            </a:r>
            <a:r>
              <a:rPr lang="en-US" sz="1700"/>
              <a:t> random. Sa se </a:t>
            </a:r>
            <a:r>
              <a:rPr lang="en-US" sz="1700" err="1"/>
              <a:t>scrie</a:t>
            </a:r>
            <a:r>
              <a:rPr lang="en-US" sz="1700"/>
              <a:t> </a:t>
            </a:r>
            <a:r>
              <a:rPr lang="en-US" sz="1700" err="1"/>
              <a:t>instructiuni</a:t>
            </a:r>
            <a:r>
              <a:rPr lang="en-US" sz="1700"/>
              <a:t> </a:t>
            </a:r>
            <a:r>
              <a:rPr lang="en-US" sz="1700" err="1"/>
              <a:t>pentru</a:t>
            </a:r>
            <a:r>
              <a:rPr lang="en-US" sz="1700"/>
              <a:t> </a:t>
            </a:r>
            <a:r>
              <a:rPr lang="en-US" sz="1700" err="1"/>
              <a:t>fiecare</a:t>
            </a:r>
            <a:r>
              <a:rPr lang="en-US" sz="1700"/>
              <a:t> din </a:t>
            </a:r>
            <a:r>
              <a:rPr lang="en-US" sz="1700" err="1"/>
              <a:t>cerintele</a:t>
            </a:r>
            <a:r>
              <a:rPr lang="en-US" sz="1700"/>
              <a:t> de </a:t>
            </a:r>
            <a:r>
              <a:rPr lang="en-US" sz="1700" err="1"/>
              <a:t>mai</a:t>
            </a:r>
            <a:r>
              <a:rPr lang="en-US" sz="1700"/>
              <a:t> </a:t>
            </a:r>
            <a:r>
              <a:rPr lang="en-US" sz="1700" err="1"/>
              <a:t>jos.</a:t>
            </a:r>
            <a:r>
              <a:rPr lang="en-US" sz="1700"/>
              <a:t> S</a:t>
            </a:r>
            <a:r>
              <a:rPr lang="ro-RO" sz="1700"/>
              <a:t>ă se selecteze:</a:t>
            </a:r>
            <a:endParaRPr lang="en-US" sz="1700"/>
          </a:p>
          <a:p>
            <a:pPr marL="914400" lvl="1" indent="-514350">
              <a:buFont typeface="+mj-lt"/>
              <a:buAutoNum type="alphaLcParenR"/>
            </a:pPr>
            <a:r>
              <a:rPr lang="ro-RO" sz="1700"/>
              <a:t>linia 1;</a:t>
            </a:r>
            <a:endParaRPr lang="en-US" sz="1700"/>
          </a:p>
          <a:p>
            <a:pPr marL="914400" lvl="1" indent="-514350">
              <a:buFont typeface="+mj-lt"/>
              <a:buAutoNum type="alphaLcParenR"/>
            </a:pPr>
            <a:r>
              <a:rPr lang="ro-RO" sz="1700"/>
              <a:t>coloana 2;</a:t>
            </a:r>
            <a:endParaRPr lang="en-US" sz="1700"/>
          </a:p>
          <a:p>
            <a:pPr marL="914400" lvl="1" indent="-514350">
              <a:buFont typeface="+mj-lt"/>
              <a:buAutoNum type="alphaLcParenR"/>
            </a:pPr>
            <a:r>
              <a:rPr lang="ro-RO" sz="1700"/>
              <a:t>liniile 1-3 şi coloanele 3-5;</a:t>
            </a:r>
            <a:endParaRPr lang="en-US" sz="1700"/>
          </a:p>
          <a:p>
            <a:pPr marL="914400" lvl="1" indent="-514350">
              <a:buFont typeface="+mj-lt"/>
              <a:buAutoNum type="alphaLcParenR"/>
            </a:pPr>
            <a:r>
              <a:rPr lang="ro-RO" sz="1700"/>
              <a:t>liniile 1,3 şi coloanele 3-5;</a:t>
            </a:r>
            <a:endParaRPr lang="en-US" sz="1700"/>
          </a:p>
          <a:p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2834385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356c4c8-dd7d-4294-96c2-3057ce6adf50" xsi:nil="true"/>
    <lcf76f155ced4ddcb4097134ff3c332f xmlns="bab8f944-c9d2-4579-9137-a662e7652227">
      <Terms xmlns="http://schemas.microsoft.com/office/infopath/2007/PartnerControls"/>
    </lcf76f155ced4ddcb4097134ff3c332f>
    <MaurerDragos_x002d_Andrei xmlns="bab8f944-c9d2-4579-9137-a662e7652227">
      <UserInfo>
        <DisplayName/>
        <AccountId xsi:nil="true"/>
        <AccountType/>
      </UserInfo>
    </MaurerDragos_x002d_Andrei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9B3F26F71CC9C4B9C5BAA8F22FC422D" ma:contentTypeVersion="13" ma:contentTypeDescription="Creați un document nou." ma:contentTypeScope="" ma:versionID="32c891571cca85664a570552f4fd284a">
  <xsd:schema xmlns:xsd="http://www.w3.org/2001/XMLSchema" xmlns:xs="http://www.w3.org/2001/XMLSchema" xmlns:p="http://schemas.microsoft.com/office/2006/metadata/properties" xmlns:ns2="bab8f944-c9d2-4579-9137-a662e7652227" xmlns:ns3="2356c4c8-dd7d-4294-96c2-3057ce6adf50" targetNamespace="http://schemas.microsoft.com/office/2006/metadata/properties" ma:root="true" ma:fieldsID="99bdd2d1c456a7ff5f5f1bc9543d0114" ns2:_="" ns3:_="">
    <xsd:import namespace="bab8f944-c9d2-4579-9137-a662e7652227"/>
    <xsd:import namespace="2356c4c8-dd7d-4294-96c2-3057ce6adf5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aurerDragos_x002d_Andrei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b8f944-c9d2-4579-9137-a662e76522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Etichete imagine" ma:readOnly="false" ma:fieldId="{5cf76f15-5ced-4ddc-b409-7134ff3c332f}" ma:taxonomyMulti="true" ma:sspId="fd59429c-2ec5-47d9-ac23-ecd773c54e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aurerDragos_x002d_Andrei" ma:index="19" nillable="true" ma:displayName="Maurer Dragos-Andrei" ma:format="Dropdown" ma:list="UserInfo" ma:SharePointGroup="0" ma:internalName="MaurerDragos_x002d_Andrei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56c4c8-dd7d-4294-96c2-3057ce6adf50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80b43d3b-4930-44cb-91c1-cb4f489fca46}" ma:internalName="TaxCatchAll" ma:showField="CatchAllData" ma:web="2356c4c8-dd7d-4294-96c2-3057ce6adf5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 de conținut"/>
        <xsd:element ref="dc:title" minOccurs="0" maxOccurs="1" ma:index="4" ma:displayName="Titlu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7BAEA92-2909-4A46-B8F2-67DD26133F81}">
  <ds:schemaRefs>
    <ds:schemaRef ds:uri="2356c4c8-dd7d-4294-96c2-3057ce6adf50"/>
    <ds:schemaRef ds:uri="bab8f944-c9d2-4579-9137-a662e7652227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B2024C1-74A0-4316-8AFE-2178C6E00A8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6D74B96-6B11-44BA-B8F3-858AF115074A}">
  <ds:schemaRefs>
    <ds:schemaRef ds:uri="2356c4c8-dd7d-4294-96c2-3057ce6adf50"/>
    <ds:schemaRef ds:uri="bab8f944-c9d2-4579-9137-a662e765222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45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6" baseType="lpstr">
      <vt:lpstr>Office Theme</vt:lpstr>
      <vt:lpstr>Introducere in MATLAB</vt:lpstr>
      <vt:lpstr>Generalitati</vt:lpstr>
      <vt:lpstr>Resurse</vt:lpstr>
      <vt:lpstr>Interfata MATLAB</vt:lpstr>
      <vt:lpstr>Interfata Octave</vt:lpstr>
      <vt:lpstr>Octave online</vt:lpstr>
      <vt:lpstr>Input/Output din linia de comanda Valori scalare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Exercitiu</vt:lpstr>
      <vt:lpstr>Exercitiu</vt:lpstr>
      <vt:lpstr>Vectori si matrici</vt:lpstr>
      <vt:lpstr>PowerPoint Presentation</vt:lpstr>
      <vt:lpstr>Indici vectori si matrici</vt:lpstr>
      <vt:lpstr>PowerPoint Presentation</vt:lpstr>
      <vt:lpstr>PowerPoint Presentation</vt:lpstr>
      <vt:lpstr>Operatorul :</vt:lpstr>
      <vt:lpstr>Exemple</vt:lpstr>
      <vt:lpstr>PowerPoint Presentation</vt:lpstr>
      <vt:lpstr>Functia size</vt:lpstr>
      <vt:lpstr>Functia size vs. functie length</vt:lpstr>
      <vt:lpstr>Functia size vs. functie length</vt:lpstr>
      <vt:lpstr>PowerPoint Presentation</vt:lpstr>
      <vt:lpstr>Functii care creaza matrici predefinite</vt:lpstr>
      <vt:lpstr>PowerPoint Presentation</vt:lpstr>
      <vt:lpstr>PowerPoint Presentation</vt:lpstr>
      <vt:lpstr>Operatii cu matrici  adunare cu un scalar</vt:lpstr>
      <vt:lpstr>inmultirea cu un scalar</vt:lpstr>
      <vt:lpstr>transpusa unei matrici </vt:lpstr>
      <vt:lpstr>Inmultirea a doua matrici </vt:lpstr>
      <vt:lpstr>Comanda format</vt:lpstr>
      <vt:lpstr>PowerPoint Presentation</vt:lpstr>
      <vt:lpstr>PowerPoint Presentation</vt:lpstr>
      <vt:lpstr>Ridicare la patrat</vt:lpstr>
      <vt:lpstr>PowerPoint Presentation</vt:lpstr>
      <vt:lpstr>Functiile predefinite</vt:lpstr>
      <vt:lpstr>PowerPoint Presentation</vt:lpstr>
      <vt:lpstr>Concatenarea a doua matrici</vt:lpstr>
      <vt:lpstr>PowerPoint Presentation</vt:lpstr>
      <vt:lpstr>Exercitii – partea I</vt:lpstr>
      <vt:lpstr>Exercitii – partea a II-a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Introducere in MATLAB</dc:title>
  <dc:creator>Daniela Joita</dc:creator>
  <cp:revision>1</cp:revision>
  <dcterms:created xsi:type="dcterms:W3CDTF">2021-02-19T08:40:21Z</dcterms:created>
  <dcterms:modified xsi:type="dcterms:W3CDTF">2026-04-03T14:07:59Z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0x01010019B3F26F71CC9C4B9C5BAA8F22FC422D</vt:lpwstr>
  </property>
  <property fmtid="{D5CDD505-2E9C-101B-9397-08002B2CF9AE}" pid="3" name="MediaServiceImageTags">
    <vt:lpwstr/>
  </property>
</Properties>
</file>